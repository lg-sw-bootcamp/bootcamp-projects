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6858000" cy="9906000" type="A4"/>
  <p:notesSz cx="6858000" cy="9144000"/>
  <p:defaultTextStyle>
    <a:defPPr>
      <a:defRPr lang="en-US"/>
    </a:defPPr>
    <a:lvl1pPr marL="0" algn="l" defTabSz="561076" rtl="0" eaLnBrk="1" latinLnBrk="0" hangingPunct="1">
      <a:defRPr sz="1104" kern="1200">
        <a:solidFill>
          <a:schemeClr val="tx1"/>
        </a:solidFill>
        <a:latin typeface="+mn-lt"/>
        <a:ea typeface="+mn-ea"/>
        <a:cs typeface="+mn-cs"/>
      </a:defRPr>
    </a:lvl1pPr>
    <a:lvl2pPr marL="280538" algn="l" defTabSz="561076" rtl="0" eaLnBrk="1" latinLnBrk="0" hangingPunct="1">
      <a:defRPr sz="1104" kern="1200">
        <a:solidFill>
          <a:schemeClr val="tx1"/>
        </a:solidFill>
        <a:latin typeface="+mn-lt"/>
        <a:ea typeface="+mn-ea"/>
        <a:cs typeface="+mn-cs"/>
      </a:defRPr>
    </a:lvl2pPr>
    <a:lvl3pPr marL="561076" algn="l" defTabSz="561076" rtl="0" eaLnBrk="1" latinLnBrk="0" hangingPunct="1">
      <a:defRPr sz="1104" kern="1200">
        <a:solidFill>
          <a:schemeClr val="tx1"/>
        </a:solidFill>
        <a:latin typeface="+mn-lt"/>
        <a:ea typeface="+mn-ea"/>
        <a:cs typeface="+mn-cs"/>
      </a:defRPr>
    </a:lvl3pPr>
    <a:lvl4pPr marL="841614" algn="l" defTabSz="561076" rtl="0" eaLnBrk="1" latinLnBrk="0" hangingPunct="1">
      <a:defRPr sz="1104" kern="1200">
        <a:solidFill>
          <a:schemeClr val="tx1"/>
        </a:solidFill>
        <a:latin typeface="+mn-lt"/>
        <a:ea typeface="+mn-ea"/>
        <a:cs typeface="+mn-cs"/>
      </a:defRPr>
    </a:lvl4pPr>
    <a:lvl5pPr marL="1122152" algn="l" defTabSz="561076" rtl="0" eaLnBrk="1" latinLnBrk="0" hangingPunct="1">
      <a:defRPr sz="1104" kern="1200">
        <a:solidFill>
          <a:schemeClr val="tx1"/>
        </a:solidFill>
        <a:latin typeface="+mn-lt"/>
        <a:ea typeface="+mn-ea"/>
        <a:cs typeface="+mn-cs"/>
      </a:defRPr>
    </a:lvl5pPr>
    <a:lvl6pPr marL="1402690" algn="l" defTabSz="561076" rtl="0" eaLnBrk="1" latinLnBrk="0" hangingPunct="1">
      <a:defRPr sz="1104" kern="1200">
        <a:solidFill>
          <a:schemeClr val="tx1"/>
        </a:solidFill>
        <a:latin typeface="+mn-lt"/>
        <a:ea typeface="+mn-ea"/>
        <a:cs typeface="+mn-cs"/>
      </a:defRPr>
    </a:lvl6pPr>
    <a:lvl7pPr marL="1683228" algn="l" defTabSz="561076" rtl="0" eaLnBrk="1" latinLnBrk="0" hangingPunct="1">
      <a:defRPr sz="1104" kern="1200">
        <a:solidFill>
          <a:schemeClr val="tx1"/>
        </a:solidFill>
        <a:latin typeface="+mn-lt"/>
        <a:ea typeface="+mn-ea"/>
        <a:cs typeface="+mn-cs"/>
      </a:defRPr>
    </a:lvl7pPr>
    <a:lvl8pPr marL="1963765" algn="l" defTabSz="561076" rtl="0" eaLnBrk="1" latinLnBrk="0" hangingPunct="1">
      <a:defRPr sz="1104" kern="1200">
        <a:solidFill>
          <a:schemeClr val="tx1"/>
        </a:solidFill>
        <a:latin typeface="+mn-lt"/>
        <a:ea typeface="+mn-ea"/>
        <a:cs typeface="+mn-cs"/>
      </a:defRPr>
    </a:lvl8pPr>
    <a:lvl9pPr marL="2244303" algn="l" defTabSz="561076" rtl="0" eaLnBrk="1" latinLnBrk="0" hangingPunct="1">
      <a:defRPr sz="11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37" userDrawn="1">
          <p15:clr>
            <a:srgbClr val="A4A3A4"/>
          </p15:clr>
        </p15:guide>
        <p15:guide id="2" pos="17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3222" y="72"/>
      </p:cViewPr>
      <p:guideLst>
        <p:guide orient="horz" pos="1337"/>
        <p:guide pos="174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5637" y="1318835"/>
            <a:ext cx="4710545" cy="9100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1273" y="2405743"/>
            <a:ext cx="3879273" cy="108494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771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54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31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084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85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6626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9397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2168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766" y="2728081"/>
            <a:ext cx="4710545" cy="843189"/>
          </a:xfrm>
        </p:spPr>
        <p:txBody>
          <a:bodyPr anchor="t"/>
          <a:lstStyle>
            <a:lvl1pPr algn="l">
              <a:defRPr sz="2424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7766" y="1799394"/>
            <a:ext cx="4710545" cy="928687"/>
          </a:xfrm>
        </p:spPr>
        <p:txBody>
          <a:bodyPr anchor="b"/>
          <a:lstStyle>
            <a:lvl1pPr marL="0" indent="0">
              <a:buNone/>
              <a:defRPr sz="1212">
                <a:solidFill>
                  <a:schemeClr val="tx1">
                    <a:tint val="75000"/>
                  </a:schemeClr>
                </a:solidFill>
              </a:defRPr>
            </a:lvl1pPr>
            <a:lvl2pPr marL="277109" indent="0">
              <a:buNone/>
              <a:defRPr sz="1091">
                <a:solidFill>
                  <a:schemeClr val="tx1">
                    <a:tint val="75000"/>
                  </a:schemeClr>
                </a:solidFill>
              </a:defRPr>
            </a:lvl2pPr>
            <a:lvl3pPr marL="554218" indent="0">
              <a:buNone/>
              <a:defRPr sz="970">
                <a:solidFill>
                  <a:schemeClr val="tx1">
                    <a:tint val="75000"/>
                  </a:schemeClr>
                </a:solidFill>
              </a:defRPr>
            </a:lvl3pPr>
            <a:lvl4pPr marL="831327" indent="0">
              <a:buNone/>
              <a:defRPr sz="849">
                <a:solidFill>
                  <a:schemeClr val="tx1">
                    <a:tint val="75000"/>
                  </a:schemeClr>
                </a:solidFill>
              </a:defRPr>
            </a:lvl4pPr>
            <a:lvl5pPr marL="1108436" indent="0">
              <a:buNone/>
              <a:defRPr sz="849">
                <a:solidFill>
                  <a:schemeClr val="tx1">
                    <a:tint val="75000"/>
                  </a:schemeClr>
                </a:solidFill>
              </a:defRPr>
            </a:lvl5pPr>
            <a:lvl6pPr marL="1385545" indent="0">
              <a:buNone/>
              <a:defRPr sz="849">
                <a:solidFill>
                  <a:schemeClr val="tx1">
                    <a:tint val="75000"/>
                  </a:schemeClr>
                </a:solidFill>
              </a:defRPr>
            </a:lvl6pPr>
            <a:lvl7pPr marL="1662654" indent="0">
              <a:buNone/>
              <a:defRPr sz="849">
                <a:solidFill>
                  <a:schemeClr val="tx1">
                    <a:tint val="75000"/>
                  </a:schemeClr>
                </a:solidFill>
              </a:defRPr>
            </a:lvl7pPr>
            <a:lvl8pPr marL="1939762" indent="0">
              <a:buNone/>
              <a:defRPr sz="849">
                <a:solidFill>
                  <a:schemeClr val="tx1">
                    <a:tint val="75000"/>
                  </a:schemeClr>
                </a:solidFill>
              </a:defRPr>
            </a:lvl8pPr>
            <a:lvl9pPr marL="2216871" indent="0">
              <a:buNone/>
              <a:defRPr sz="84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7091" y="990600"/>
            <a:ext cx="2447636" cy="2801787"/>
          </a:xfrm>
        </p:spPr>
        <p:txBody>
          <a:bodyPr/>
          <a:lstStyle>
            <a:lvl1pPr>
              <a:defRPr sz="1697"/>
            </a:lvl1pPr>
            <a:lvl2pPr>
              <a:defRPr sz="1455"/>
            </a:lvl2pPr>
            <a:lvl3pPr>
              <a:defRPr sz="1212"/>
            </a:lvl3pPr>
            <a:lvl4pPr>
              <a:defRPr sz="1091"/>
            </a:lvl4pPr>
            <a:lvl5pPr>
              <a:defRPr sz="1091"/>
            </a:lvl5pPr>
            <a:lvl6pPr>
              <a:defRPr sz="1091"/>
            </a:lvl6pPr>
            <a:lvl7pPr>
              <a:defRPr sz="1091"/>
            </a:lvl7pPr>
            <a:lvl8pPr>
              <a:defRPr sz="1091"/>
            </a:lvl8pPr>
            <a:lvl9pPr>
              <a:defRPr sz="109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17091" y="990600"/>
            <a:ext cx="2447636" cy="2801787"/>
          </a:xfrm>
        </p:spPr>
        <p:txBody>
          <a:bodyPr/>
          <a:lstStyle>
            <a:lvl1pPr>
              <a:defRPr sz="1697"/>
            </a:lvl1pPr>
            <a:lvl2pPr>
              <a:defRPr sz="1455"/>
            </a:lvl2pPr>
            <a:lvl3pPr>
              <a:defRPr sz="1212"/>
            </a:lvl3pPr>
            <a:lvl4pPr>
              <a:defRPr sz="1091"/>
            </a:lvl4pPr>
            <a:lvl5pPr>
              <a:defRPr sz="1091"/>
            </a:lvl5pPr>
            <a:lvl6pPr>
              <a:defRPr sz="1091"/>
            </a:lvl6pPr>
            <a:lvl7pPr>
              <a:defRPr sz="1091"/>
            </a:lvl7pPr>
            <a:lvl8pPr>
              <a:defRPr sz="1091"/>
            </a:lvl8pPr>
            <a:lvl9pPr>
              <a:defRPr sz="109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091" y="950308"/>
            <a:ext cx="2448599" cy="396043"/>
          </a:xfrm>
        </p:spPr>
        <p:txBody>
          <a:bodyPr anchor="b"/>
          <a:lstStyle>
            <a:lvl1pPr marL="0" indent="0">
              <a:buNone/>
              <a:defRPr sz="1455" b="1"/>
            </a:lvl1pPr>
            <a:lvl2pPr marL="277109" indent="0">
              <a:buNone/>
              <a:defRPr sz="1212" b="1"/>
            </a:lvl2pPr>
            <a:lvl3pPr marL="554218" indent="0">
              <a:buNone/>
              <a:defRPr sz="1091" b="1"/>
            </a:lvl3pPr>
            <a:lvl4pPr marL="831327" indent="0">
              <a:buNone/>
              <a:defRPr sz="970" b="1"/>
            </a:lvl4pPr>
            <a:lvl5pPr marL="1108436" indent="0">
              <a:buNone/>
              <a:defRPr sz="970" b="1"/>
            </a:lvl5pPr>
            <a:lvl6pPr marL="1385545" indent="0">
              <a:buNone/>
              <a:defRPr sz="970" b="1"/>
            </a:lvl6pPr>
            <a:lvl7pPr marL="1662654" indent="0">
              <a:buNone/>
              <a:defRPr sz="970" b="1"/>
            </a:lvl7pPr>
            <a:lvl8pPr marL="1939762" indent="0">
              <a:buNone/>
              <a:defRPr sz="970" b="1"/>
            </a:lvl8pPr>
            <a:lvl9pPr marL="2216871" indent="0">
              <a:buNone/>
              <a:defRPr sz="97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091" y="1346351"/>
            <a:ext cx="2448599" cy="2446035"/>
          </a:xfrm>
        </p:spPr>
        <p:txBody>
          <a:bodyPr/>
          <a:lstStyle>
            <a:lvl1pPr>
              <a:defRPr sz="1455"/>
            </a:lvl1pPr>
            <a:lvl2pPr>
              <a:defRPr sz="1212"/>
            </a:lvl2pPr>
            <a:lvl3pPr>
              <a:defRPr sz="1091"/>
            </a:lvl3pPr>
            <a:lvl4pPr>
              <a:defRPr sz="970"/>
            </a:lvl4pPr>
            <a:lvl5pPr>
              <a:defRPr sz="970"/>
            </a:lvl5pPr>
            <a:lvl6pPr>
              <a:defRPr sz="970"/>
            </a:lvl6pPr>
            <a:lvl7pPr>
              <a:defRPr sz="970"/>
            </a:lvl7pPr>
            <a:lvl8pPr>
              <a:defRPr sz="970"/>
            </a:lvl8pPr>
            <a:lvl9pPr>
              <a:defRPr sz="97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15167" y="950308"/>
            <a:ext cx="2449561" cy="396043"/>
          </a:xfrm>
        </p:spPr>
        <p:txBody>
          <a:bodyPr anchor="b"/>
          <a:lstStyle>
            <a:lvl1pPr marL="0" indent="0">
              <a:buNone/>
              <a:defRPr sz="1455" b="1"/>
            </a:lvl1pPr>
            <a:lvl2pPr marL="277109" indent="0">
              <a:buNone/>
              <a:defRPr sz="1212" b="1"/>
            </a:lvl2pPr>
            <a:lvl3pPr marL="554218" indent="0">
              <a:buNone/>
              <a:defRPr sz="1091" b="1"/>
            </a:lvl3pPr>
            <a:lvl4pPr marL="831327" indent="0">
              <a:buNone/>
              <a:defRPr sz="970" b="1"/>
            </a:lvl4pPr>
            <a:lvl5pPr marL="1108436" indent="0">
              <a:buNone/>
              <a:defRPr sz="970" b="1"/>
            </a:lvl5pPr>
            <a:lvl6pPr marL="1385545" indent="0">
              <a:buNone/>
              <a:defRPr sz="970" b="1"/>
            </a:lvl6pPr>
            <a:lvl7pPr marL="1662654" indent="0">
              <a:buNone/>
              <a:defRPr sz="970" b="1"/>
            </a:lvl7pPr>
            <a:lvl8pPr marL="1939762" indent="0">
              <a:buNone/>
              <a:defRPr sz="970" b="1"/>
            </a:lvl8pPr>
            <a:lvl9pPr marL="2216871" indent="0">
              <a:buNone/>
              <a:defRPr sz="97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815167" y="1346351"/>
            <a:ext cx="2449561" cy="2446035"/>
          </a:xfrm>
        </p:spPr>
        <p:txBody>
          <a:bodyPr/>
          <a:lstStyle>
            <a:lvl1pPr>
              <a:defRPr sz="1455"/>
            </a:lvl1pPr>
            <a:lvl2pPr>
              <a:defRPr sz="1212"/>
            </a:lvl2pPr>
            <a:lvl3pPr>
              <a:defRPr sz="1091"/>
            </a:lvl3pPr>
            <a:lvl4pPr>
              <a:defRPr sz="970"/>
            </a:lvl4pPr>
            <a:lvl5pPr>
              <a:defRPr sz="970"/>
            </a:lvl5pPr>
            <a:lvl6pPr>
              <a:defRPr sz="970"/>
            </a:lvl6pPr>
            <a:lvl7pPr>
              <a:defRPr sz="970"/>
            </a:lvl7pPr>
            <a:lvl8pPr>
              <a:defRPr sz="970"/>
            </a:lvl8pPr>
            <a:lvl9pPr>
              <a:defRPr sz="97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091" y="169031"/>
            <a:ext cx="1823220" cy="719364"/>
          </a:xfrm>
        </p:spPr>
        <p:txBody>
          <a:bodyPr anchor="b"/>
          <a:lstStyle>
            <a:lvl1pPr algn="l">
              <a:defRPr sz="1212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6697" y="169031"/>
            <a:ext cx="3098030" cy="3623356"/>
          </a:xfrm>
        </p:spPr>
        <p:txBody>
          <a:bodyPr/>
          <a:lstStyle>
            <a:lvl1pPr>
              <a:defRPr sz="1940"/>
            </a:lvl1pPr>
            <a:lvl2pPr>
              <a:defRPr sz="1697"/>
            </a:lvl2pPr>
            <a:lvl3pPr>
              <a:defRPr sz="1455"/>
            </a:lvl3pPr>
            <a:lvl4pPr>
              <a:defRPr sz="1212"/>
            </a:lvl4pPr>
            <a:lvl5pPr>
              <a:defRPr sz="1212"/>
            </a:lvl5pPr>
            <a:lvl6pPr>
              <a:defRPr sz="1212"/>
            </a:lvl6pPr>
            <a:lvl7pPr>
              <a:defRPr sz="1212"/>
            </a:lvl7pPr>
            <a:lvl8pPr>
              <a:defRPr sz="1212"/>
            </a:lvl8pPr>
            <a:lvl9pPr>
              <a:defRPr sz="121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7091" y="888396"/>
            <a:ext cx="1823220" cy="2903991"/>
          </a:xfrm>
        </p:spPr>
        <p:txBody>
          <a:bodyPr/>
          <a:lstStyle>
            <a:lvl1pPr marL="0" indent="0">
              <a:buNone/>
              <a:defRPr sz="849"/>
            </a:lvl1pPr>
            <a:lvl2pPr marL="277109" indent="0">
              <a:buNone/>
              <a:defRPr sz="727"/>
            </a:lvl2pPr>
            <a:lvl3pPr marL="554218" indent="0">
              <a:buNone/>
              <a:defRPr sz="606"/>
            </a:lvl3pPr>
            <a:lvl4pPr marL="831327" indent="0">
              <a:buNone/>
              <a:defRPr sz="545"/>
            </a:lvl4pPr>
            <a:lvl5pPr marL="1108436" indent="0">
              <a:buNone/>
              <a:defRPr sz="545"/>
            </a:lvl5pPr>
            <a:lvl6pPr marL="1385545" indent="0">
              <a:buNone/>
              <a:defRPr sz="545"/>
            </a:lvl6pPr>
            <a:lvl7pPr marL="1662654" indent="0">
              <a:buNone/>
              <a:defRPr sz="545"/>
            </a:lvl7pPr>
            <a:lvl8pPr marL="1939762" indent="0">
              <a:buNone/>
              <a:defRPr sz="545"/>
            </a:lvl8pPr>
            <a:lvl9pPr marL="2216871" indent="0">
              <a:buNone/>
              <a:defRPr sz="5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235" y="2971800"/>
            <a:ext cx="3325091" cy="350838"/>
          </a:xfrm>
        </p:spPr>
        <p:txBody>
          <a:bodyPr anchor="b"/>
          <a:lstStyle>
            <a:lvl1pPr algn="l">
              <a:defRPr sz="1212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86235" y="379337"/>
            <a:ext cx="3325091" cy="2547257"/>
          </a:xfrm>
        </p:spPr>
        <p:txBody>
          <a:bodyPr/>
          <a:lstStyle>
            <a:lvl1pPr marL="0" indent="0">
              <a:buNone/>
              <a:defRPr sz="1940"/>
            </a:lvl1pPr>
            <a:lvl2pPr marL="277109" indent="0">
              <a:buNone/>
              <a:defRPr sz="1697"/>
            </a:lvl2pPr>
            <a:lvl3pPr marL="554218" indent="0">
              <a:buNone/>
              <a:defRPr sz="1455"/>
            </a:lvl3pPr>
            <a:lvl4pPr marL="831327" indent="0">
              <a:buNone/>
              <a:defRPr sz="1212"/>
            </a:lvl4pPr>
            <a:lvl5pPr marL="1108436" indent="0">
              <a:buNone/>
              <a:defRPr sz="1212"/>
            </a:lvl5pPr>
            <a:lvl6pPr marL="1385545" indent="0">
              <a:buNone/>
              <a:defRPr sz="1212"/>
            </a:lvl6pPr>
            <a:lvl7pPr marL="1662654" indent="0">
              <a:buNone/>
              <a:defRPr sz="1212"/>
            </a:lvl7pPr>
            <a:lvl8pPr marL="1939762" indent="0">
              <a:buNone/>
              <a:defRPr sz="1212"/>
            </a:lvl8pPr>
            <a:lvl9pPr marL="2216871" indent="0">
              <a:buNone/>
              <a:defRPr sz="1212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6235" y="3322638"/>
            <a:ext cx="3325091" cy="498248"/>
          </a:xfrm>
        </p:spPr>
        <p:txBody>
          <a:bodyPr/>
          <a:lstStyle>
            <a:lvl1pPr marL="0" indent="0">
              <a:buNone/>
              <a:defRPr sz="849"/>
            </a:lvl1pPr>
            <a:lvl2pPr marL="277109" indent="0">
              <a:buNone/>
              <a:defRPr sz="727"/>
            </a:lvl2pPr>
            <a:lvl3pPr marL="554218" indent="0">
              <a:buNone/>
              <a:defRPr sz="606"/>
            </a:lvl3pPr>
            <a:lvl4pPr marL="831327" indent="0">
              <a:buNone/>
              <a:defRPr sz="545"/>
            </a:lvl4pPr>
            <a:lvl5pPr marL="1108436" indent="0">
              <a:buNone/>
              <a:defRPr sz="545"/>
            </a:lvl5pPr>
            <a:lvl6pPr marL="1385545" indent="0">
              <a:buNone/>
              <a:defRPr sz="545"/>
            </a:lvl6pPr>
            <a:lvl7pPr marL="1662654" indent="0">
              <a:buNone/>
              <a:defRPr sz="545"/>
            </a:lvl7pPr>
            <a:lvl8pPr marL="1939762" indent="0">
              <a:buNone/>
              <a:defRPr sz="545"/>
            </a:lvl8pPr>
            <a:lvl9pPr marL="2216871" indent="0">
              <a:buNone/>
              <a:defRPr sz="5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017818" y="170014"/>
            <a:ext cx="1246909" cy="36223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7091" y="170014"/>
            <a:ext cx="3648364" cy="36223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7091" y="170014"/>
            <a:ext cx="4987636" cy="7075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091" y="990600"/>
            <a:ext cx="4987636" cy="2801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7091" y="3934884"/>
            <a:ext cx="1293091" cy="226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93455" y="3934884"/>
            <a:ext cx="1754909" cy="226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71636" y="3934884"/>
            <a:ext cx="1293091" cy="226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8F286D-1E7A-08B1-64DD-50857F47C30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2711450" y="63500"/>
            <a:ext cx="14668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LGE 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54218" rtl="0" eaLnBrk="1" latinLnBrk="0" hangingPunct="1">
        <a:spcBef>
          <a:spcPct val="0"/>
        </a:spcBef>
        <a:buNone/>
        <a:defRPr sz="2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7832" indent="-207832" algn="l" defTabSz="554218" rtl="0" eaLnBrk="1" latinLnBrk="0" hangingPunct="1">
        <a:spcBef>
          <a:spcPct val="20000"/>
        </a:spcBef>
        <a:buFont typeface="Arial" pitchFamily="34" charset="0"/>
        <a:buChar char="•"/>
        <a:defRPr sz="1940" kern="1200">
          <a:solidFill>
            <a:schemeClr val="tx1"/>
          </a:solidFill>
          <a:latin typeface="+mn-lt"/>
          <a:ea typeface="+mn-ea"/>
          <a:cs typeface="+mn-cs"/>
        </a:defRPr>
      </a:lvl1pPr>
      <a:lvl2pPr marL="450302" indent="-173193" algn="l" defTabSz="554218" rtl="0" eaLnBrk="1" latinLnBrk="0" hangingPunct="1">
        <a:spcBef>
          <a:spcPct val="20000"/>
        </a:spcBef>
        <a:buFont typeface="Arial" pitchFamily="34" charset="0"/>
        <a:buChar char="–"/>
        <a:defRPr sz="1697" kern="1200">
          <a:solidFill>
            <a:schemeClr val="tx1"/>
          </a:solidFill>
          <a:latin typeface="+mn-lt"/>
          <a:ea typeface="+mn-ea"/>
          <a:cs typeface="+mn-cs"/>
        </a:defRPr>
      </a:lvl2pPr>
      <a:lvl3pPr marL="692772" indent="-138554" algn="l" defTabSz="554218" rtl="0" eaLnBrk="1" latinLnBrk="0" hangingPunct="1">
        <a:spcBef>
          <a:spcPct val="20000"/>
        </a:spcBef>
        <a:buFont typeface="Arial" pitchFamily="34" charset="0"/>
        <a:buChar char="•"/>
        <a:defRPr sz="1455" kern="1200">
          <a:solidFill>
            <a:schemeClr val="tx1"/>
          </a:solidFill>
          <a:latin typeface="+mn-lt"/>
          <a:ea typeface="+mn-ea"/>
          <a:cs typeface="+mn-cs"/>
        </a:defRPr>
      </a:lvl3pPr>
      <a:lvl4pPr marL="969881" indent="-138554" algn="l" defTabSz="554218" rtl="0" eaLnBrk="1" latinLnBrk="0" hangingPunct="1">
        <a:spcBef>
          <a:spcPct val="20000"/>
        </a:spcBef>
        <a:buFont typeface="Arial" pitchFamily="34" charset="0"/>
        <a:buChar char="–"/>
        <a:defRPr sz="1212" kern="1200">
          <a:solidFill>
            <a:schemeClr val="tx1"/>
          </a:solidFill>
          <a:latin typeface="+mn-lt"/>
          <a:ea typeface="+mn-ea"/>
          <a:cs typeface="+mn-cs"/>
        </a:defRPr>
      </a:lvl4pPr>
      <a:lvl5pPr marL="1246990" indent="-138554" algn="l" defTabSz="554218" rtl="0" eaLnBrk="1" latinLnBrk="0" hangingPunct="1">
        <a:spcBef>
          <a:spcPct val="20000"/>
        </a:spcBef>
        <a:buFont typeface="Arial" pitchFamily="34" charset="0"/>
        <a:buChar char="»"/>
        <a:defRPr sz="1212" kern="1200">
          <a:solidFill>
            <a:schemeClr val="tx1"/>
          </a:solidFill>
          <a:latin typeface="+mn-lt"/>
          <a:ea typeface="+mn-ea"/>
          <a:cs typeface="+mn-cs"/>
        </a:defRPr>
      </a:lvl5pPr>
      <a:lvl6pPr marL="1524099" indent="-138554" algn="l" defTabSz="554218" rtl="0" eaLnBrk="1" latinLnBrk="0" hangingPunct="1">
        <a:spcBef>
          <a:spcPct val="20000"/>
        </a:spcBef>
        <a:buFont typeface="Arial" pitchFamily="34" charset="0"/>
        <a:buChar char="•"/>
        <a:defRPr sz="1212" kern="1200">
          <a:solidFill>
            <a:schemeClr val="tx1"/>
          </a:solidFill>
          <a:latin typeface="+mn-lt"/>
          <a:ea typeface="+mn-ea"/>
          <a:cs typeface="+mn-cs"/>
        </a:defRPr>
      </a:lvl6pPr>
      <a:lvl7pPr marL="1801208" indent="-138554" algn="l" defTabSz="554218" rtl="0" eaLnBrk="1" latinLnBrk="0" hangingPunct="1">
        <a:spcBef>
          <a:spcPct val="20000"/>
        </a:spcBef>
        <a:buFont typeface="Arial" pitchFamily="34" charset="0"/>
        <a:buChar char="•"/>
        <a:defRPr sz="1212" kern="1200">
          <a:solidFill>
            <a:schemeClr val="tx1"/>
          </a:solidFill>
          <a:latin typeface="+mn-lt"/>
          <a:ea typeface="+mn-ea"/>
          <a:cs typeface="+mn-cs"/>
        </a:defRPr>
      </a:lvl7pPr>
      <a:lvl8pPr marL="2078317" indent="-138554" algn="l" defTabSz="554218" rtl="0" eaLnBrk="1" latinLnBrk="0" hangingPunct="1">
        <a:spcBef>
          <a:spcPct val="20000"/>
        </a:spcBef>
        <a:buFont typeface="Arial" pitchFamily="34" charset="0"/>
        <a:buChar char="•"/>
        <a:defRPr sz="1212" kern="1200">
          <a:solidFill>
            <a:schemeClr val="tx1"/>
          </a:solidFill>
          <a:latin typeface="+mn-lt"/>
          <a:ea typeface="+mn-ea"/>
          <a:cs typeface="+mn-cs"/>
        </a:defRPr>
      </a:lvl8pPr>
      <a:lvl9pPr marL="2355426" indent="-138554" algn="l" defTabSz="554218" rtl="0" eaLnBrk="1" latinLnBrk="0" hangingPunct="1">
        <a:spcBef>
          <a:spcPct val="20000"/>
        </a:spcBef>
        <a:buFont typeface="Arial" pitchFamily="34" charset="0"/>
        <a:buChar char="•"/>
        <a:defRPr sz="12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54218" rtl="0" eaLnBrk="1" latinLnBrk="0" hangingPunct="1">
        <a:defRPr sz="1091" kern="1200">
          <a:solidFill>
            <a:schemeClr val="tx1"/>
          </a:solidFill>
          <a:latin typeface="+mn-lt"/>
          <a:ea typeface="+mn-ea"/>
          <a:cs typeface="+mn-cs"/>
        </a:defRPr>
      </a:lvl1pPr>
      <a:lvl2pPr marL="277109" algn="l" defTabSz="554218" rtl="0" eaLnBrk="1" latinLnBrk="0" hangingPunct="1">
        <a:defRPr sz="1091" kern="1200">
          <a:solidFill>
            <a:schemeClr val="tx1"/>
          </a:solidFill>
          <a:latin typeface="+mn-lt"/>
          <a:ea typeface="+mn-ea"/>
          <a:cs typeface="+mn-cs"/>
        </a:defRPr>
      </a:lvl2pPr>
      <a:lvl3pPr marL="554218" algn="l" defTabSz="554218" rtl="0" eaLnBrk="1" latinLnBrk="0" hangingPunct="1">
        <a:defRPr sz="1091" kern="1200">
          <a:solidFill>
            <a:schemeClr val="tx1"/>
          </a:solidFill>
          <a:latin typeface="+mn-lt"/>
          <a:ea typeface="+mn-ea"/>
          <a:cs typeface="+mn-cs"/>
        </a:defRPr>
      </a:lvl3pPr>
      <a:lvl4pPr marL="831327" algn="l" defTabSz="554218" rtl="0" eaLnBrk="1" latinLnBrk="0" hangingPunct="1">
        <a:defRPr sz="1091" kern="1200">
          <a:solidFill>
            <a:schemeClr val="tx1"/>
          </a:solidFill>
          <a:latin typeface="+mn-lt"/>
          <a:ea typeface="+mn-ea"/>
          <a:cs typeface="+mn-cs"/>
        </a:defRPr>
      </a:lvl4pPr>
      <a:lvl5pPr marL="1108436" algn="l" defTabSz="554218" rtl="0" eaLnBrk="1" latinLnBrk="0" hangingPunct="1">
        <a:defRPr sz="1091" kern="1200">
          <a:solidFill>
            <a:schemeClr val="tx1"/>
          </a:solidFill>
          <a:latin typeface="+mn-lt"/>
          <a:ea typeface="+mn-ea"/>
          <a:cs typeface="+mn-cs"/>
        </a:defRPr>
      </a:lvl5pPr>
      <a:lvl6pPr marL="1385545" algn="l" defTabSz="554218" rtl="0" eaLnBrk="1" latinLnBrk="0" hangingPunct="1">
        <a:defRPr sz="1091" kern="1200">
          <a:solidFill>
            <a:schemeClr val="tx1"/>
          </a:solidFill>
          <a:latin typeface="+mn-lt"/>
          <a:ea typeface="+mn-ea"/>
          <a:cs typeface="+mn-cs"/>
        </a:defRPr>
      </a:lvl6pPr>
      <a:lvl7pPr marL="1662654" algn="l" defTabSz="554218" rtl="0" eaLnBrk="1" latinLnBrk="0" hangingPunct="1">
        <a:defRPr sz="1091" kern="1200">
          <a:solidFill>
            <a:schemeClr val="tx1"/>
          </a:solidFill>
          <a:latin typeface="+mn-lt"/>
          <a:ea typeface="+mn-ea"/>
          <a:cs typeface="+mn-cs"/>
        </a:defRPr>
      </a:lvl7pPr>
      <a:lvl8pPr marL="1939762" algn="l" defTabSz="554218" rtl="0" eaLnBrk="1" latinLnBrk="0" hangingPunct="1">
        <a:defRPr sz="1091" kern="1200">
          <a:solidFill>
            <a:schemeClr val="tx1"/>
          </a:solidFill>
          <a:latin typeface="+mn-lt"/>
          <a:ea typeface="+mn-ea"/>
          <a:cs typeface="+mn-cs"/>
        </a:defRPr>
      </a:lvl8pPr>
      <a:lvl9pPr marL="2216871" algn="l" defTabSz="554218" rtl="0" eaLnBrk="1" latinLnBrk="0" hangingPunct="1">
        <a:defRPr sz="10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8" Type="http://schemas.openxmlformats.org/officeDocument/2006/relationships/image" Target="../media/image57.png"/><Relationship Id="rId5" Type="http://schemas.openxmlformats.org/officeDocument/2006/relationships/image" Target="../media/image4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59" Type="http://schemas.openxmlformats.org/officeDocument/2006/relationships/image" Target="../media/image58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57" Type="http://schemas.openxmlformats.org/officeDocument/2006/relationships/image" Target="../media/image56.png"/><Relationship Id="rId10" Type="http://schemas.openxmlformats.org/officeDocument/2006/relationships/image" Target="../media/image9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2.png"/><Relationship Id="rId21" Type="http://schemas.openxmlformats.org/officeDocument/2006/relationships/image" Target="../media/image77.png"/><Relationship Id="rId42" Type="http://schemas.openxmlformats.org/officeDocument/2006/relationships/image" Target="../media/image98.png"/><Relationship Id="rId47" Type="http://schemas.openxmlformats.org/officeDocument/2006/relationships/image" Target="../media/image103.png"/><Relationship Id="rId63" Type="http://schemas.openxmlformats.org/officeDocument/2006/relationships/image" Target="../media/image119.png"/><Relationship Id="rId68" Type="http://schemas.openxmlformats.org/officeDocument/2006/relationships/image" Target="../media/image124.png"/><Relationship Id="rId16" Type="http://schemas.openxmlformats.org/officeDocument/2006/relationships/image" Target="../media/image72.png"/><Relationship Id="rId11" Type="http://schemas.openxmlformats.org/officeDocument/2006/relationships/image" Target="../media/image67.png"/><Relationship Id="rId24" Type="http://schemas.openxmlformats.org/officeDocument/2006/relationships/image" Target="../media/image80.png"/><Relationship Id="rId32" Type="http://schemas.openxmlformats.org/officeDocument/2006/relationships/image" Target="../media/image88.png"/><Relationship Id="rId37" Type="http://schemas.openxmlformats.org/officeDocument/2006/relationships/image" Target="../media/image93.png"/><Relationship Id="rId40" Type="http://schemas.openxmlformats.org/officeDocument/2006/relationships/image" Target="../media/image96.png"/><Relationship Id="rId45" Type="http://schemas.openxmlformats.org/officeDocument/2006/relationships/image" Target="../media/image101.png"/><Relationship Id="rId53" Type="http://schemas.openxmlformats.org/officeDocument/2006/relationships/image" Target="../media/image109.png"/><Relationship Id="rId58" Type="http://schemas.openxmlformats.org/officeDocument/2006/relationships/image" Target="../media/image114.png"/><Relationship Id="rId66" Type="http://schemas.openxmlformats.org/officeDocument/2006/relationships/image" Target="../media/image122.png"/><Relationship Id="rId74" Type="http://schemas.openxmlformats.org/officeDocument/2006/relationships/image" Target="../media/image130.png"/><Relationship Id="rId5" Type="http://schemas.openxmlformats.org/officeDocument/2006/relationships/image" Target="../media/image62.png"/><Relationship Id="rId61" Type="http://schemas.openxmlformats.org/officeDocument/2006/relationships/image" Target="../media/image117.png"/><Relationship Id="rId19" Type="http://schemas.openxmlformats.org/officeDocument/2006/relationships/image" Target="../media/image75.png"/><Relationship Id="rId14" Type="http://schemas.openxmlformats.org/officeDocument/2006/relationships/image" Target="../media/image70.png"/><Relationship Id="rId22" Type="http://schemas.openxmlformats.org/officeDocument/2006/relationships/image" Target="../media/image78.png"/><Relationship Id="rId27" Type="http://schemas.openxmlformats.org/officeDocument/2006/relationships/image" Target="../media/image83.png"/><Relationship Id="rId30" Type="http://schemas.openxmlformats.org/officeDocument/2006/relationships/image" Target="../media/image86.png"/><Relationship Id="rId35" Type="http://schemas.openxmlformats.org/officeDocument/2006/relationships/image" Target="../media/image91.png"/><Relationship Id="rId43" Type="http://schemas.openxmlformats.org/officeDocument/2006/relationships/image" Target="../media/image99.png"/><Relationship Id="rId48" Type="http://schemas.openxmlformats.org/officeDocument/2006/relationships/image" Target="../media/image104.png"/><Relationship Id="rId56" Type="http://schemas.openxmlformats.org/officeDocument/2006/relationships/image" Target="../media/image112.png"/><Relationship Id="rId64" Type="http://schemas.openxmlformats.org/officeDocument/2006/relationships/image" Target="../media/image120.png"/><Relationship Id="rId69" Type="http://schemas.openxmlformats.org/officeDocument/2006/relationships/image" Target="../media/image125.png"/><Relationship Id="rId77" Type="http://schemas.openxmlformats.org/officeDocument/2006/relationships/image" Target="../media/image133.png"/><Relationship Id="rId8" Type="http://schemas.openxmlformats.org/officeDocument/2006/relationships/image" Target="../media/image64.png"/><Relationship Id="rId51" Type="http://schemas.openxmlformats.org/officeDocument/2006/relationships/image" Target="../media/image107.png"/><Relationship Id="rId72" Type="http://schemas.openxmlformats.org/officeDocument/2006/relationships/image" Target="../media/image128.png"/><Relationship Id="rId3" Type="http://schemas.openxmlformats.org/officeDocument/2006/relationships/image" Target="../media/image60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5" Type="http://schemas.openxmlformats.org/officeDocument/2006/relationships/image" Target="../media/image81.png"/><Relationship Id="rId33" Type="http://schemas.openxmlformats.org/officeDocument/2006/relationships/image" Target="../media/image89.png"/><Relationship Id="rId38" Type="http://schemas.openxmlformats.org/officeDocument/2006/relationships/image" Target="../media/image94.png"/><Relationship Id="rId46" Type="http://schemas.openxmlformats.org/officeDocument/2006/relationships/image" Target="../media/image102.png"/><Relationship Id="rId59" Type="http://schemas.openxmlformats.org/officeDocument/2006/relationships/image" Target="../media/image115.png"/><Relationship Id="rId67" Type="http://schemas.openxmlformats.org/officeDocument/2006/relationships/image" Target="../media/image123.png"/><Relationship Id="rId20" Type="http://schemas.openxmlformats.org/officeDocument/2006/relationships/image" Target="../media/image76.png"/><Relationship Id="rId41" Type="http://schemas.openxmlformats.org/officeDocument/2006/relationships/image" Target="../media/image97.png"/><Relationship Id="rId54" Type="http://schemas.openxmlformats.org/officeDocument/2006/relationships/image" Target="../media/image110.png"/><Relationship Id="rId62" Type="http://schemas.openxmlformats.org/officeDocument/2006/relationships/image" Target="../media/image118.png"/><Relationship Id="rId70" Type="http://schemas.openxmlformats.org/officeDocument/2006/relationships/image" Target="../media/image126.png"/><Relationship Id="rId75" Type="http://schemas.openxmlformats.org/officeDocument/2006/relationships/image" Target="../media/image1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5" Type="http://schemas.openxmlformats.org/officeDocument/2006/relationships/image" Target="../media/image71.png"/><Relationship Id="rId23" Type="http://schemas.openxmlformats.org/officeDocument/2006/relationships/image" Target="../media/image79.png"/><Relationship Id="rId28" Type="http://schemas.openxmlformats.org/officeDocument/2006/relationships/image" Target="../media/image84.png"/><Relationship Id="rId36" Type="http://schemas.openxmlformats.org/officeDocument/2006/relationships/image" Target="../media/image92.png"/><Relationship Id="rId49" Type="http://schemas.openxmlformats.org/officeDocument/2006/relationships/image" Target="../media/image105.png"/><Relationship Id="rId57" Type="http://schemas.openxmlformats.org/officeDocument/2006/relationships/image" Target="../media/image113.png"/><Relationship Id="rId10" Type="http://schemas.openxmlformats.org/officeDocument/2006/relationships/image" Target="../media/image66.png"/><Relationship Id="rId31" Type="http://schemas.openxmlformats.org/officeDocument/2006/relationships/image" Target="../media/image87.png"/><Relationship Id="rId44" Type="http://schemas.openxmlformats.org/officeDocument/2006/relationships/image" Target="../media/image100.png"/><Relationship Id="rId52" Type="http://schemas.openxmlformats.org/officeDocument/2006/relationships/image" Target="../media/image108.png"/><Relationship Id="rId60" Type="http://schemas.openxmlformats.org/officeDocument/2006/relationships/image" Target="../media/image116.png"/><Relationship Id="rId65" Type="http://schemas.openxmlformats.org/officeDocument/2006/relationships/image" Target="../media/image121.png"/><Relationship Id="rId73" Type="http://schemas.openxmlformats.org/officeDocument/2006/relationships/image" Target="../media/image129.png"/><Relationship Id="rId4" Type="http://schemas.openxmlformats.org/officeDocument/2006/relationships/image" Target="../media/image61.png"/><Relationship Id="rId9" Type="http://schemas.openxmlformats.org/officeDocument/2006/relationships/image" Target="../media/image65.png"/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39" Type="http://schemas.openxmlformats.org/officeDocument/2006/relationships/image" Target="../media/image95.png"/><Relationship Id="rId34" Type="http://schemas.openxmlformats.org/officeDocument/2006/relationships/image" Target="../media/image90.png"/><Relationship Id="rId50" Type="http://schemas.openxmlformats.org/officeDocument/2006/relationships/image" Target="../media/image106.png"/><Relationship Id="rId55" Type="http://schemas.openxmlformats.org/officeDocument/2006/relationships/image" Target="../media/image111.png"/><Relationship Id="rId76" Type="http://schemas.openxmlformats.org/officeDocument/2006/relationships/image" Target="../media/image132.png"/><Relationship Id="rId7" Type="http://schemas.openxmlformats.org/officeDocument/2006/relationships/image" Target="../media/image5.png"/><Relationship Id="rId71" Type="http://schemas.openxmlformats.org/officeDocument/2006/relationships/image" Target="../media/image127.png"/><Relationship Id="rId2" Type="http://schemas.openxmlformats.org/officeDocument/2006/relationships/image" Target="../media/image59.png"/><Relationship Id="rId29" Type="http://schemas.openxmlformats.org/officeDocument/2006/relationships/image" Target="../media/image85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0.png"/><Relationship Id="rId18" Type="http://schemas.openxmlformats.org/officeDocument/2006/relationships/image" Target="../media/image145.png"/><Relationship Id="rId26" Type="http://schemas.openxmlformats.org/officeDocument/2006/relationships/image" Target="../media/image153.png"/><Relationship Id="rId39" Type="http://schemas.openxmlformats.org/officeDocument/2006/relationships/image" Target="../media/image166.png"/><Relationship Id="rId21" Type="http://schemas.openxmlformats.org/officeDocument/2006/relationships/image" Target="../media/image148.png"/><Relationship Id="rId34" Type="http://schemas.openxmlformats.org/officeDocument/2006/relationships/image" Target="../media/image161.png"/><Relationship Id="rId42" Type="http://schemas.openxmlformats.org/officeDocument/2006/relationships/image" Target="../media/image169.png"/><Relationship Id="rId47" Type="http://schemas.openxmlformats.org/officeDocument/2006/relationships/image" Target="../media/image174.png"/><Relationship Id="rId50" Type="http://schemas.openxmlformats.org/officeDocument/2006/relationships/image" Target="../media/image177.png"/><Relationship Id="rId55" Type="http://schemas.openxmlformats.org/officeDocument/2006/relationships/image" Target="../media/image182.png"/><Relationship Id="rId7" Type="http://schemas.openxmlformats.org/officeDocument/2006/relationships/image" Target="../media/image65.png"/><Relationship Id="rId2" Type="http://schemas.openxmlformats.org/officeDocument/2006/relationships/image" Target="../media/image134.png"/><Relationship Id="rId16" Type="http://schemas.openxmlformats.org/officeDocument/2006/relationships/image" Target="../media/image143.png"/><Relationship Id="rId29" Type="http://schemas.openxmlformats.org/officeDocument/2006/relationships/image" Target="../media/image156.png"/><Relationship Id="rId11" Type="http://schemas.openxmlformats.org/officeDocument/2006/relationships/image" Target="../media/image138.png"/><Relationship Id="rId24" Type="http://schemas.openxmlformats.org/officeDocument/2006/relationships/image" Target="../media/image151.png"/><Relationship Id="rId32" Type="http://schemas.openxmlformats.org/officeDocument/2006/relationships/image" Target="../media/image159.png"/><Relationship Id="rId37" Type="http://schemas.openxmlformats.org/officeDocument/2006/relationships/image" Target="../media/image164.png"/><Relationship Id="rId40" Type="http://schemas.openxmlformats.org/officeDocument/2006/relationships/image" Target="../media/image167.png"/><Relationship Id="rId45" Type="http://schemas.openxmlformats.org/officeDocument/2006/relationships/image" Target="../media/image172.png"/><Relationship Id="rId53" Type="http://schemas.openxmlformats.org/officeDocument/2006/relationships/image" Target="../media/image180.png"/><Relationship Id="rId58" Type="http://schemas.openxmlformats.org/officeDocument/2006/relationships/image" Target="../media/image185.png"/><Relationship Id="rId5" Type="http://schemas.openxmlformats.org/officeDocument/2006/relationships/image" Target="../media/image5.png"/><Relationship Id="rId19" Type="http://schemas.openxmlformats.org/officeDocument/2006/relationships/image" Target="../media/image146.png"/><Relationship Id="rId4" Type="http://schemas.openxmlformats.org/officeDocument/2006/relationships/image" Target="../media/image136.png"/><Relationship Id="rId9" Type="http://schemas.openxmlformats.org/officeDocument/2006/relationships/image" Target="../media/image67.png"/><Relationship Id="rId14" Type="http://schemas.openxmlformats.org/officeDocument/2006/relationships/image" Target="../media/image141.png"/><Relationship Id="rId22" Type="http://schemas.openxmlformats.org/officeDocument/2006/relationships/image" Target="../media/image149.png"/><Relationship Id="rId27" Type="http://schemas.openxmlformats.org/officeDocument/2006/relationships/image" Target="../media/image154.png"/><Relationship Id="rId30" Type="http://schemas.openxmlformats.org/officeDocument/2006/relationships/image" Target="../media/image157.png"/><Relationship Id="rId35" Type="http://schemas.openxmlformats.org/officeDocument/2006/relationships/image" Target="../media/image162.png"/><Relationship Id="rId43" Type="http://schemas.openxmlformats.org/officeDocument/2006/relationships/image" Target="../media/image170.png"/><Relationship Id="rId48" Type="http://schemas.openxmlformats.org/officeDocument/2006/relationships/image" Target="../media/image175.png"/><Relationship Id="rId56" Type="http://schemas.openxmlformats.org/officeDocument/2006/relationships/image" Target="../media/image183.png"/><Relationship Id="rId8" Type="http://schemas.openxmlformats.org/officeDocument/2006/relationships/image" Target="../media/image66.png"/><Relationship Id="rId51" Type="http://schemas.openxmlformats.org/officeDocument/2006/relationships/image" Target="../media/image178.png"/><Relationship Id="rId3" Type="http://schemas.openxmlformats.org/officeDocument/2006/relationships/image" Target="../media/image135.png"/><Relationship Id="rId12" Type="http://schemas.openxmlformats.org/officeDocument/2006/relationships/image" Target="../media/image139.png"/><Relationship Id="rId17" Type="http://schemas.openxmlformats.org/officeDocument/2006/relationships/image" Target="../media/image144.png"/><Relationship Id="rId25" Type="http://schemas.openxmlformats.org/officeDocument/2006/relationships/image" Target="../media/image152.png"/><Relationship Id="rId33" Type="http://schemas.openxmlformats.org/officeDocument/2006/relationships/image" Target="../media/image160.png"/><Relationship Id="rId38" Type="http://schemas.openxmlformats.org/officeDocument/2006/relationships/image" Target="../media/image165.png"/><Relationship Id="rId46" Type="http://schemas.openxmlformats.org/officeDocument/2006/relationships/image" Target="../media/image173.png"/><Relationship Id="rId59" Type="http://schemas.openxmlformats.org/officeDocument/2006/relationships/image" Target="../media/image186.png"/><Relationship Id="rId20" Type="http://schemas.openxmlformats.org/officeDocument/2006/relationships/image" Target="../media/image147.png"/><Relationship Id="rId41" Type="http://schemas.openxmlformats.org/officeDocument/2006/relationships/image" Target="../media/image168.png"/><Relationship Id="rId54" Type="http://schemas.openxmlformats.org/officeDocument/2006/relationships/image" Target="../media/image1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7.png"/><Relationship Id="rId15" Type="http://schemas.openxmlformats.org/officeDocument/2006/relationships/image" Target="../media/image142.png"/><Relationship Id="rId23" Type="http://schemas.openxmlformats.org/officeDocument/2006/relationships/image" Target="../media/image150.png"/><Relationship Id="rId28" Type="http://schemas.openxmlformats.org/officeDocument/2006/relationships/image" Target="../media/image155.png"/><Relationship Id="rId36" Type="http://schemas.openxmlformats.org/officeDocument/2006/relationships/image" Target="../media/image163.png"/><Relationship Id="rId49" Type="http://schemas.openxmlformats.org/officeDocument/2006/relationships/image" Target="../media/image176.png"/><Relationship Id="rId57" Type="http://schemas.openxmlformats.org/officeDocument/2006/relationships/image" Target="../media/image184.png"/><Relationship Id="rId10" Type="http://schemas.openxmlformats.org/officeDocument/2006/relationships/image" Target="../media/image68.png"/><Relationship Id="rId31" Type="http://schemas.openxmlformats.org/officeDocument/2006/relationships/image" Target="../media/image158.png"/><Relationship Id="rId44" Type="http://schemas.openxmlformats.org/officeDocument/2006/relationships/image" Target="../media/image171.png"/><Relationship Id="rId52" Type="http://schemas.openxmlformats.org/officeDocument/2006/relationships/image" Target="../media/image179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5.png"/><Relationship Id="rId18" Type="http://schemas.openxmlformats.org/officeDocument/2006/relationships/image" Target="../media/image200.png"/><Relationship Id="rId26" Type="http://schemas.openxmlformats.org/officeDocument/2006/relationships/image" Target="../media/image208.png"/><Relationship Id="rId39" Type="http://schemas.openxmlformats.org/officeDocument/2006/relationships/image" Target="../media/image221.png"/><Relationship Id="rId21" Type="http://schemas.openxmlformats.org/officeDocument/2006/relationships/image" Target="../media/image203.png"/><Relationship Id="rId34" Type="http://schemas.openxmlformats.org/officeDocument/2006/relationships/image" Target="../media/image216.png"/><Relationship Id="rId42" Type="http://schemas.openxmlformats.org/officeDocument/2006/relationships/image" Target="../media/image224.png"/><Relationship Id="rId47" Type="http://schemas.openxmlformats.org/officeDocument/2006/relationships/image" Target="../media/image229.png"/><Relationship Id="rId50" Type="http://schemas.openxmlformats.org/officeDocument/2006/relationships/image" Target="../media/image232.png"/><Relationship Id="rId55" Type="http://schemas.openxmlformats.org/officeDocument/2006/relationships/image" Target="../media/image237.png"/><Relationship Id="rId7" Type="http://schemas.openxmlformats.org/officeDocument/2006/relationships/image" Target="../media/image67.png"/><Relationship Id="rId2" Type="http://schemas.openxmlformats.org/officeDocument/2006/relationships/image" Target="../media/image187.png"/><Relationship Id="rId16" Type="http://schemas.openxmlformats.org/officeDocument/2006/relationships/image" Target="../media/image198.png"/><Relationship Id="rId29" Type="http://schemas.openxmlformats.org/officeDocument/2006/relationships/image" Target="../media/image211.png"/><Relationship Id="rId11" Type="http://schemas.openxmlformats.org/officeDocument/2006/relationships/image" Target="../media/image193.png"/><Relationship Id="rId24" Type="http://schemas.openxmlformats.org/officeDocument/2006/relationships/image" Target="../media/image206.png"/><Relationship Id="rId32" Type="http://schemas.openxmlformats.org/officeDocument/2006/relationships/image" Target="../media/image214.png"/><Relationship Id="rId37" Type="http://schemas.openxmlformats.org/officeDocument/2006/relationships/image" Target="../media/image219.png"/><Relationship Id="rId40" Type="http://schemas.openxmlformats.org/officeDocument/2006/relationships/image" Target="../media/image222.png"/><Relationship Id="rId45" Type="http://schemas.openxmlformats.org/officeDocument/2006/relationships/image" Target="../media/image227.png"/><Relationship Id="rId53" Type="http://schemas.openxmlformats.org/officeDocument/2006/relationships/image" Target="../media/image235.png"/><Relationship Id="rId5" Type="http://schemas.openxmlformats.org/officeDocument/2006/relationships/image" Target="../media/image188.png"/><Relationship Id="rId19" Type="http://schemas.openxmlformats.org/officeDocument/2006/relationships/image" Target="../media/image201.png"/><Relationship Id="rId4" Type="http://schemas.openxmlformats.org/officeDocument/2006/relationships/image" Target="../media/image6.png"/><Relationship Id="rId9" Type="http://schemas.openxmlformats.org/officeDocument/2006/relationships/image" Target="../media/image191.png"/><Relationship Id="rId14" Type="http://schemas.openxmlformats.org/officeDocument/2006/relationships/image" Target="../media/image196.png"/><Relationship Id="rId22" Type="http://schemas.openxmlformats.org/officeDocument/2006/relationships/image" Target="../media/image204.png"/><Relationship Id="rId27" Type="http://schemas.openxmlformats.org/officeDocument/2006/relationships/image" Target="../media/image209.png"/><Relationship Id="rId30" Type="http://schemas.openxmlformats.org/officeDocument/2006/relationships/image" Target="../media/image212.png"/><Relationship Id="rId35" Type="http://schemas.openxmlformats.org/officeDocument/2006/relationships/image" Target="../media/image217.png"/><Relationship Id="rId43" Type="http://schemas.openxmlformats.org/officeDocument/2006/relationships/image" Target="../media/image225.png"/><Relationship Id="rId48" Type="http://schemas.openxmlformats.org/officeDocument/2006/relationships/image" Target="../media/image230.png"/><Relationship Id="rId56" Type="http://schemas.openxmlformats.org/officeDocument/2006/relationships/image" Target="../media/image238.png"/><Relationship Id="rId8" Type="http://schemas.openxmlformats.org/officeDocument/2006/relationships/image" Target="../media/image190.png"/><Relationship Id="rId51" Type="http://schemas.openxmlformats.org/officeDocument/2006/relationships/image" Target="../media/image233.png"/><Relationship Id="rId3" Type="http://schemas.openxmlformats.org/officeDocument/2006/relationships/image" Target="../media/image5.png"/><Relationship Id="rId12" Type="http://schemas.openxmlformats.org/officeDocument/2006/relationships/image" Target="../media/image194.png"/><Relationship Id="rId17" Type="http://schemas.openxmlformats.org/officeDocument/2006/relationships/image" Target="../media/image199.png"/><Relationship Id="rId25" Type="http://schemas.openxmlformats.org/officeDocument/2006/relationships/image" Target="../media/image207.png"/><Relationship Id="rId33" Type="http://schemas.openxmlformats.org/officeDocument/2006/relationships/image" Target="../media/image215.png"/><Relationship Id="rId38" Type="http://schemas.openxmlformats.org/officeDocument/2006/relationships/image" Target="../media/image220.png"/><Relationship Id="rId46" Type="http://schemas.openxmlformats.org/officeDocument/2006/relationships/image" Target="../media/image228.png"/><Relationship Id="rId20" Type="http://schemas.openxmlformats.org/officeDocument/2006/relationships/image" Target="../media/image202.png"/><Relationship Id="rId41" Type="http://schemas.openxmlformats.org/officeDocument/2006/relationships/image" Target="../media/image223.png"/><Relationship Id="rId54" Type="http://schemas.openxmlformats.org/officeDocument/2006/relationships/image" Target="../media/image2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9.png"/><Relationship Id="rId15" Type="http://schemas.openxmlformats.org/officeDocument/2006/relationships/image" Target="../media/image197.png"/><Relationship Id="rId23" Type="http://schemas.openxmlformats.org/officeDocument/2006/relationships/image" Target="../media/image205.png"/><Relationship Id="rId28" Type="http://schemas.openxmlformats.org/officeDocument/2006/relationships/image" Target="../media/image210.png"/><Relationship Id="rId36" Type="http://schemas.openxmlformats.org/officeDocument/2006/relationships/image" Target="../media/image218.png"/><Relationship Id="rId49" Type="http://schemas.openxmlformats.org/officeDocument/2006/relationships/image" Target="../media/image231.png"/><Relationship Id="rId57" Type="http://schemas.openxmlformats.org/officeDocument/2006/relationships/image" Target="../media/image239.png"/><Relationship Id="rId10" Type="http://schemas.openxmlformats.org/officeDocument/2006/relationships/image" Target="../media/image192.png"/><Relationship Id="rId31" Type="http://schemas.openxmlformats.org/officeDocument/2006/relationships/image" Target="../media/image213.png"/><Relationship Id="rId44" Type="http://schemas.openxmlformats.org/officeDocument/2006/relationships/image" Target="../media/image226.png"/><Relationship Id="rId52" Type="http://schemas.openxmlformats.org/officeDocument/2006/relationships/image" Target="../media/image2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1" y="5353243"/>
            <a:ext cx="6257636" cy="119303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182" y="5507182"/>
            <a:ext cx="2924848" cy="51569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182" y="7100455"/>
            <a:ext cx="2286000" cy="2039697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576" y="1958879"/>
            <a:ext cx="6188364" cy="1878061"/>
          </a:xfrm>
          <a:prstGeom prst="rect">
            <a:avLst/>
          </a:prstGeom>
          <a:effectLst>
            <a:outerShdw blurRad="61984" dist="23840" dir="2700000">
              <a:srgbClr val="000000">
                <a:alpha val="3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2545" y="519545"/>
            <a:ext cx="1069879" cy="1108364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8364" y="450273"/>
            <a:ext cx="554182" cy="1246909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334" y="565727"/>
            <a:ext cx="3209636" cy="346364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5636" y="681182"/>
            <a:ext cx="4933758" cy="777394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3333" y="1404697"/>
            <a:ext cx="4495030" cy="723515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0303" y="1958879"/>
            <a:ext cx="2239818" cy="1985818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10303" y="1920394"/>
            <a:ext cx="2286000" cy="195503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9515" y="2089727"/>
            <a:ext cx="330970" cy="238606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10424" y="1958879"/>
            <a:ext cx="1293091" cy="361758"/>
          </a:xfrm>
          <a:prstGeom prst="rect">
            <a:avLst/>
          </a:prstGeom>
          <a:effectLst>
            <a:outerShdw blurRad="23689" dist="59223" dir="2700000">
              <a:srgbClr val="000000">
                <a:alpha val="50000"/>
              </a:srgbClr>
            </a:outerShdw>
          </a:effectLst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64303" y="1958879"/>
            <a:ext cx="1239212" cy="238606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9515" y="2489970"/>
            <a:ext cx="3825394" cy="862061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9515" y="3398212"/>
            <a:ext cx="3979333" cy="400242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3333" y="4083242"/>
            <a:ext cx="2840182" cy="261697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3333" y="6800273"/>
            <a:ext cx="2062788" cy="261697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454" y="7154333"/>
            <a:ext cx="6188364" cy="1878061"/>
          </a:xfrm>
          <a:prstGeom prst="rect">
            <a:avLst/>
          </a:prstGeom>
          <a:effectLst>
            <a:outerShdw blurRad="61984" dist="23840" dir="2700000">
              <a:srgbClr val="000000">
                <a:alpha val="30000"/>
              </a:srgbClr>
            </a:outerShdw>
          </a:effectLst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0182" y="7108152"/>
            <a:ext cx="2286000" cy="195503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55515" y="7431424"/>
            <a:ext cx="3825394" cy="577273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732424" y="8208818"/>
            <a:ext cx="3740727" cy="600364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0424" y="8609060"/>
            <a:ext cx="1600970" cy="354061"/>
          </a:xfrm>
          <a:prstGeom prst="rect">
            <a:avLst/>
          </a:prstGeom>
          <a:effectLst>
            <a:outerShdw dist="10480" dir="2700000">
              <a:srgbClr val="D8006C">
                <a:alpha val="98000"/>
              </a:srgbClr>
            </a:outerShdw>
          </a:effectLst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08727" y="8201121"/>
            <a:ext cx="769697" cy="808182"/>
          </a:xfrm>
          <a:prstGeom prst="rect">
            <a:avLst/>
          </a:prstGeom>
          <a:effectLst>
            <a:outerShdw blurRad="31859" dir="2700000">
              <a:srgbClr val="FF3B9D">
                <a:alpha val="80000"/>
              </a:srgbClr>
            </a:outerShdw>
          </a:effectLst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16200000">
            <a:off x="338667" y="7462212"/>
            <a:ext cx="723515" cy="762000"/>
          </a:xfrm>
          <a:prstGeom prst="rect">
            <a:avLst/>
          </a:prstGeom>
          <a:effectLst>
            <a:outerShdw blurRad="29804" dir="2700000">
              <a:srgbClr val="FF3B9D">
                <a:alpha val="80000"/>
              </a:srgbClr>
            </a:outerShdw>
          </a:effectLst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5">
            <a:alphaModFix amt="44000"/>
          </a:blip>
          <a:stretch>
            <a:fillRect/>
          </a:stretch>
        </p:blipFill>
        <p:spPr>
          <a:xfrm>
            <a:off x="2670849" y="8024091"/>
            <a:ext cx="3794606" cy="123152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556000" y="5645727"/>
            <a:ext cx="654242" cy="277091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840788" y="5676515"/>
            <a:ext cx="762000" cy="415636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63758" y="5715000"/>
            <a:ext cx="138545" cy="138545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302606" y="5645727"/>
            <a:ext cx="700424" cy="277091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371879" y="5730394"/>
            <a:ext cx="554182" cy="92364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579697" y="5676515"/>
            <a:ext cx="762000" cy="415636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110788" y="5645727"/>
            <a:ext cx="946727" cy="277091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187758" y="5730394"/>
            <a:ext cx="800485" cy="92364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395576" y="5676515"/>
            <a:ext cx="492606" cy="415636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310303" y="5645727"/>
            <a:ext cx="277091" cy="277091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203152" y="5707303"/>
            <a:ext cx="161636" cy="146242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556000" y="6076758"/>
            <a:ext cx="1069879" cy="277091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632970" y="6161424"/>
            <a:ext cx="931333" cy="92364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840788" y="6107546"/>
            <a:ext cx="608061" cy="415636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979939" y="6076758"/>
            <a:ext cx="1077576" cy="277091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049212" y="6092152"/>
            <a:ext cx="931333" cy="238606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257030" y="6107546"/>
            <a:ext cx="608061" cy="207818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425758" y="5414818"/>
            <a:ext cx="762000" cy="415636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61879" y="5622636"/>
            <a:ext cx="2755515" cy="862061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77091" y="4383424"/>
            <a:ext cx="6257636" cy="969818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69515" y="4506576"/>
            <a:ext cx="284788" cy="292485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563091" y="4498879"/>
            <a:ext cx="261697" cy="277091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633576" y="4506576"/>
            <a:ext cx="284788" cy="300182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6606" y="4552758"/>
            <a:ext cx="600364" cy="207818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870970" y="4552758"/>
            <a:ext cx="384848" cy="207818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941454" y="4552758"/>
            <a:ext cx="361758" cy="207818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469515" y="4822152"/>
            <a:ext cx="646545" cy="207818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2563091" y="4822152"/>
            <a:ext cx="838970" cy="207818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4664364" y="4822152"/>
            <a:ext cx="723515" cy="207818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469515" y="5006879"/>
            <a:ext cx="1177636" cy="146242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2563091" y="5006879"/>
            <a:ext cx="1000606" cy="146242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4672061" y="5006879"/>
            <a:ext cx="1069879" cy="146242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640061" y="7431424"/>
            <a:ext cx="284788" cy="292485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3663758" y="6138334"/>
            <a:ext cx="146242" cy="153939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5095394" y="6138334"/>
            <a:ext cx="146242" cy="1462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454" y="2312939"/>
            <a:ext cx="1346970" cy="792788"/>
          </a:xfrm>
          <a:prstGeom prst="rect">
            <a:avLst/>
          </a:prstGeom>
          <a:effectLst>
            <a:outerShdw blurRad="26139" dist="10054" dir="2700000">
              <a:srgbClr val="000000">
                <a:alpha val="3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21" y="7377546"/>
            <a:ext cx="838970" cy="415636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818" y="2312939"/>
            <a:ext cx="1346970" cy="792788"/>
          </a:xfrm>
          <a:prstGeom prst="rect">
            <a:avLst/>
          </a:prstGeom>
          <a:effectLst>
            <a:outerShdw blurRad="26139" dist="10054" dir="2700000">
              <a:srgbClr val="000000">
                <a:alpha val="3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6788" y="2312939"/>
            <a:ext cx="1370061" cy="792788"/>
          </a:xfrm>
          <a:prstGeom prst="rect">
            <a:avLst/>
          </a:prstGeom>
          <a:effectLst>
            <a:outerShdw blurRad="26139" dist="10054" dir="2700000">
              <a:srgbClr val="000000">
                <a:alpha val="3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636" y="2312939"/>
            <a:ext cx="1816485" cy="792788"/>
          </a:xfrm>
          <a:prstGeom prst="rect">
            <a:avLst/>
          </a:prstGeom>
          <a:effectLst>
            <a:outerShdw blurRad="26139" dist="10054" dir="2700000">
              <a:srgbClr val="000000">
                <a:alpha val="3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273" y="3606030"/>
            <a:ext cx="6019030" cy="977515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2545" y="519545"/>
            <a:ext cx="1069879" cy="1108364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8364" y="450273"/>
            <a:ext cx="554182" cy="1246909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334" y="565727"/>
            <a:ext cx="3209636" cy="169333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5636" y="681182"/>
            <a:ext cx="4933758" cy="58497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5637" y="1296939"/>
            <a:ext cx="4495030" cy="762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5636" y="3321242"/>
            <a:ext cx="2293697" cy="261697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3697" y="3836939"/>
            <a:ext cx="492606" cy="207818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3697" y="4021666"/>
            <a:ext cx="5318606" cy="354061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3333" y="1997364"/>
            <a:ext cx="1808788" cy="261697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56182" y="2497667"/>
            <a:ext cx="438727" cy="438727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32242" y="2497666"/>
            <a:ext cx="492606" cy="377152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2606" y="2359121"/>
            <a:ext cx="708121" cy="708121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93030" y="2528455"/>
            <a:ext cx="800485" cy="207818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93030" y="2705485"/>
            <a:ext cx="862061" cy="146242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978727" y="2520758"/>
            <a:ext cx="230909" cy="2078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978727" y="2705485"/>
            <a:ext cx="592667" cy="146242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364182" y="2520758"/>
            <a:ext cx="346364" cy="2078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64182" y="2705485"/>
            <a:ext cx="677333" cy="146242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5758" y="3944697"/>
            <a:ext cx="292485" cy="292485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273" y="4614333"/>
            <a:ext cx="6019030" cy="977515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23697" y="4852939"/>
            <a:ext cx="492606" cy="207818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23697" y="5029970"/>
            <a:ext cx="5318606" cy="354061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15636" y="4852939"/>
            <a:ext cx="577273" cy="577273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273" y="5638030"/>
            <a:ext cx="6019030" cy="977515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23697" y="5876636"/>
            <a:ext cx="492606" cy="207818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23697" y="6061363"/>
            <a:ext cx="5318606" cy="354061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15758" y="6007485"/>
            <a:ext cx="292485" cy="269394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15636" y="6854152"/>
            <a:ext cx="2809394" cy="261697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272424" y="2443788"/>
            <a:ext cx="515697" cy="515697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795818" y="2520758"/>
            <a:ext cx="1069879" cy="207818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795818" y="2705485"/>
            <a:ext cx="561879" cy="146242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23394" y="7462212"/>
            <a:ext cx="330970" cy="2540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92849" y="7439121"/>
            <a:ext cx="223212" cy="17703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92848" y="7616151"/>
            <a:ext cx="315576" cy="123152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21" y="8178030"/>
            <a:ext cx="838970" cy="415636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92848" y="8239606"/>
            <a:ext cx="330970" cy="17703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92848" y="8424333"/>
            <a:ext cx="307879" cy="123152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23394" y="8231909"/>
            <a:ext cx="307879" cy="307879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562485" y="7377546"/>
            <a:ext cx="1031394" cy="415636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001212" y="7439121"/>
            <a:ext cx="215515" cy="17703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2001212" y="7616151"/>
            <a:ext cx="392545" cy="123152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562485" y="7916334"/>
            <a:ext cx="1031394" cy="415636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616364" y="7962515"/>
            <a:ext cx="931333" cy="315576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001212" y="7970212"/>
            <a:ext cx="223212" cy="17703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001212" y="8154939"/>
            <a:ext cx="307879" cy="123152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562485" y="8447424"/>
            <a:ext cx="1031394" cy="415636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616364" y="8501303"/>
            <a:ext cx="931333" cy="315576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2001212" y="8509000"/>
            <a:ext cx="223212" cy="17703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001212" y="8693727"/>
            <a:ext cx="515697" cy="123152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677939" y="7477606"/>
            <a:ext cx="230909" cy="230909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577879" y="7931727"/>
            <a:ext cx="377152" cy="377152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677939" y="8539788"/>
            <a:ext cx="261697" cy="238606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2863273" y="7916334"/>
            <a:ext cx="1146848" cy="415636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3201939" y="7970212"/>
            <a:ext cx="469515" cy="17703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2901757" y="8154939"/>
            <a:ext cx="1085273" cy="123152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4287212" y="7400636"/>
            <a:ext cx="962121" cy="1377758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4333394" y="7454515"/>
            <a:ext cx="854364" cy="1277697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4464242" y="7500697"/>
            <a:ext cx="584970" cy="17703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4410364" y="7685424"/>
            <a:ext cx="731212" cy="361758"/>
          </a:xfrm>
          <a:prstGeom prst="rect">
            <a:avLst/>
          </a:prstGeom>
        </p:spPr>
      </p:pic>
      <p:pic>
        <p:nvPicPr>
          <p:cNvPr id="71" name="Picture 71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5526424" y="7908637"/>
            <a:ext cx="939030" cy="415636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5572606" y="7954818"/>
            <a:ext cx="838970" cy="315576"/>
          </a:xfrm>
          <a:prstGeom prst="rect">
            <a:avLst/>
          </a:prstGeom>
        </p:spPr>
      </p:pic>
      <p:pic>
        <p:nvPicPr>
          <p:cNvPr id="73" name="Picture 73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5965152" y="7970212"/>
            <a:ext cx="438727" cy="177030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5965151" y="8147242"/>
            <a:ext cx="323273" cy="123152"/>
          </a:xfrm>
          <a:prstGeom prst="rect">
            <a:avLst/>
          </a:prstGeom>
        </p:spPr>
      </p:pic>
      <p:pic>
        <p:nvPicPr>
          <p:cNvPr id="75" name="Picture 75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5572606" y="7931727"/>
            <a:ext cx="369455" cy="369455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4441152" y="8062576"/>
            <a:ext cx="215515" cy="230909"/>
          </a:xfrm>
          <a:prstGeom prst="rect">
            <a:avLst/>
          </a:prstGeom>
        </p:spPr>
      </p:pic>
      <p:pic>
        <p:nvPicPr>
          <p:cNvPr id="77" name="Picture 77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4441152" y="8293485"/>
            <a:ext cx="200121" cy="215515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4425758" y="8516697"/>
            <a:ext cx="223212" cy="230909"/>
          </a:xfrm>
          <a:prstGeom prst="rect">
            <a:avLst/>
          </a:prstGeom>
        </p:spPr>
      </p:pic>
      <p:pic>
        <p:nvPicPr>
          <p:cNvPr id="79" name="Picture 79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4656667" y="8093364"/>
            <a:ext cx="469515" cy="161636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4679757" y="8339667"/>
            <a:ext cx="300182" cy="161636"/>
          </a:xfrm>
          <a:prstGeom prst="rect">
            <a:avLst/>
          </a:prstGeom>
        </p:spPr>
      </p:pic>
      <p:pic>
        <p:nvPicPr>
          <p:cNvPr id="81" name="Picture 81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4672061" y="8555182"/>
            <a:ext cx="284788" cy="161636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2593879" y="8077969"/>
            <a:ext cx="269394" cy="115455"/>
          </a:xfrm>
          <a:prstGeom prst="rect">
            <a:avLst/>
          </a:prstGeom>
        </p:spPr>
      </p:pic>
      <p:pic>
        <p:nvPicPr>
          <p:cNvPr id="83" name="Picture 83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1285394" y="7531485"/>
            <a:ext cx="277091" cy="115455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 rot="19074854">
            <a:off x="1239212" y="8193424"/>
            <a:ext cx="369455" cy="115455"/>
          </a:xfrm>
          <a:prstGeom prst="rect">
            <a:avLst/>
          </a:prstGeom>
        </p:spPr>
      </p:pic>
      <p:pic>
        <p:nvPicPr>
          <p:cNvPr id="85" name="Picture 85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 rot="-19074854">
            <a:off x="1239212" y="8439727"/>
            <a:ext cx="369455" cy="115455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4017818" y="8077969"/>
            <a:ext cx="269394" cy="115455"/>
          </a:xfrm>
          <a:prstGeom prst="rect">
            <a:avLst/>
          </a:prstGeom>
        </p:spPr>
      </p:pic>
      <p:pic>
        <p:nvPicPr>
          <p:cNvPr id="87" name="Picture 87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5241636" y="8077969"/>
            <a:ext cx="277091" cy="115455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 rot="2534672">
            <a:off x="2540000" y="7854757"/>
            <a:ext cx="369455" cy="115455"/>
          </a:xfrm>
          <a:prstGeom prst="rect">
            <a:avLst/>
          </a:prstGeom>
        </p:spPr>
      </p:pic>
      <p:pic>
        <p:nvPicPr>
          <p:cNvPr id="89" name="Picture 89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 rot="-2534672">
            <a:off x="2540000" y="8270394"/>
            <a:ext cx="369455" cy="1154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787515" y="2743970"/>
            <a:ext cx="69273" cy="923636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0727" y="2413000"/>
            <a:ext cx="1901152" cy="384848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091" y="434879"/>
            <a:ext cx="3756121" cy="4333394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2545" y="519545"/>
            <a:ext cx="1069879" cy="1108364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8364" y="450273"/>
            <a:ext cx="554182" cy="1246909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334" y="565727"/>
            <a:ext cx="3209636" cy="169333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636" y="681182"/>
            <a:ext cx="4933758" cy="58497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5637" y="1296939"/>
            <a:ext cx="4495030" cy="762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3333" y="1997364"/>
            <a:ext cx="2293697" cy="261697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40242" y="2451485"/>
            <a:ext cx="1039091" cy="17703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63031" y="2982576"/>
            <a:ext cx="1931939" cy="454121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32545" y="3059546"/>
            <a:ext cx="1039091" cy="17703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47818" y="2620818"/>
            <a:ext cx="1385455" cy="123152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24788" y="3213485"/>
            <a:ext cx="1185333" cy="123152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63031" y="3636818"/>
            <a:ext cx="1931939" cy="546485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40242" y="3790758"/>
            <a:ext cx="1039091" cy="17703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32485" y="3937000"/>
            <a:ext cx="1185333" cy="123152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47637" y="4391121"/>
            <a:ext cx="1916545" cy="554182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16485" y="550333"/>
            <a:ext cx="3171152" cy="8220364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917151" y="4452697"/>
            <a:ext cx="1039091" cy="17703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62606" y="4637424"/>
            <a:ext cx="3355879" cy="238606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447637" y="5137727"/>
            <a:ext cx="1931939" cy="400242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886364" y="5253182"/>
            <a:ext cx="1039091" cy="17703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03030" y="3690697"/>
            <a:ext cx="608061" cy="415636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979940" y="3752273"/>
            <a:ext cx="646545" cy="17703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918364" y="3906212"/>
            <a:ext cx="738909" cy="123152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893454" y="5745788"/>
            <a:ext cx="608061" cy="415636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878061" y="5807364"/>
            <a:ext cx="646545" cy="17703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08788" y="5961303"/>
            <a:ext cx="738909" cy="123152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117273" y="5745788"/>
            <a:ext cx="608061" cy="415636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101879" y="5807364"/>
            <a:ext cx="646545" cy="17703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055697" y="5961303"/>
            <a:ext cx="738909" cy="123152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364182" y="5745788"/>
            <a:ext cx="608061" cy="415636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348788" y="5807364"/>
            <a:ext cx="646545" cy="17703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279515" y="5961303"/>
            <a:ext cx="738909" cy="123152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5400000">
            <a:off x="3325091" y="2828636"/>
            <a:ext cx="223212" cy="115455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5400000">
            <a:off x="3317394" y="3482879"/>
            <a:ext cx="223212" cy="115455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5400000">
            <a:off x="3325091" y="4229485"/>
            <a:ext cx="223212" cy="115455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5400000">
            <a:off x="3302000" y="4983788"/>
            <a:ext cx="223212" cy="115455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5400000">
            <a:off x="3302000" y="5591848"/>
            <a:ext cx="223212" cy="115455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5400000">
            <a:off x="5033818" y="3390515"/>
            <a:ext cx="500303" cy="115455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364182" y="3852333"/>
            <a:ext cx="661939" cy="115455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16200000">
            <a:off x="2301394" y="5168515"/>
            <a:ext cx="69273" cy="33097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5400000">
            <a:off x="1962727" y="5491788"/>
            <a:ext cx="415636" cy="115455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16200000">
            <a:off x="4479636" y="5168515"/>
            <a:ext cx="69273" cy="33097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5400000">
            <a:off x="4464243" y="5484091"/>
            <a:ext cx="407939" cy="115455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15636" y="6646333"/>
            <a:ext cx="5918970" cy="27940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54121" y="6415424"/>
            <a:ext cx="3987030" cy="200121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609879" y="7015788"/>
            <a:ext cx="2039697" cy="346364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917757" y="7100455"/>
            <a:ext cx="1839576" cy="17703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686849" y="7061970"/>
            <a:ext cx="215515" cy="215515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702243" y="6977303"/>
            <a:ext cx="184727" cy="392545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748424" y="7085061"/>
            <a:ext cx="84667" cy="215515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895273" y="7085061"/>
            <a:ext cx="177030" cy="192424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162849" y="4537364"/>
            <a:ext cx="215515" cy="215515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2185940" y="4452697"/>
            <a:ext cx="184727" cy="392545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32121" y="4560455"/>
            <a:ext cx="84667" cy="215515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985818" y="7847060"/>
            <a:ext cx="2740121" cy="346364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2293697" y="7931727"/>
            <a:ext cx="2432242" cy="177030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062788" y="7900939"/>
            <a:ext cx="215515" cy="215515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2078182" y="7808576"/>
            <a:ext cx="184727" cy="392545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2124363" y="7924030"/>
            <a:ext cx="84667" cy="215515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178243" y="3798455"/>
            <a:ext cx="215515" cy="215515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2193637" y="3706091"/>
            <a:ext cx="184727" cy="392545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2247515" y="3821546"/>
            <a:ext cx="84667" cy="215515"/>
          </a:xfrm>
          <a:prstGeom prst="rect">
            <a:avLst/>
          </a:prstGeom>
        </p:spPr>
      </p:pic>
      <p:pic>
        <p:nvPicPr>
          <p:cNvPr id="71" name="Picture 71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3971637" y="7924030"/>
            <a:ext cx="184727" cy="192424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978121" y="8686030"/>
            <a:ext cx="2740121" cy="346364"/>
          </a:xfrm>
          <a:prstGeom prst="rect">
            <a:avLst/>
          </a:prstGeom>
        </p:spPr>
      </p:pic>
      <p:pic>
        <p:nvPicPr>
          <p:cNvPr id="73" name="Picture 73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2286000" y="8763000"/>
            <a:ext cx="2432242" cy="177030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055091" y="8732212"/>
            <a:ext cx="215515" cy="215515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2116667" y="8755303"/>
            <a:ext cx="84667" cy="215515"/>
          </a:xfrm>
          <a:prstGeom prst="rect">
            <a:avLst/>
          </a:prstGeom>
        </p:spPr>
      </p:pic>
      <p:pic>
        <p:nvPicPr>
          <p:cNvPr id="77" name="Picture 77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3963940" y="8763000"/>
            <a:ext cx="184727" cy="192424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178243" y="3098030"/>
            <a:ext cx="215515" cy="215515"/>
          </a:xfrm>
          <a:prstGeom prst="rect">
            <a:avLst/>
          </a:prstGeom>
        </p:spPr>
      </p:pic>
      <p:pic>
        <p:nvPicPr>
          <p:cNvPr id="79" name="Picture 79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84727" y="496454"/>
            <a:ext cx="4210242" cy="5418667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2247515" y="3121121"/>
            <a:ext cx="84667" cy="2155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37" y="7146637"/>
            <a:ext cx="2940242" cy="669636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545" y="519545"/>
            <a:ext cx="1069879" cy="1108364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8364" y="450273"/>
            <a:ext cx="554182" cy="1246909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334" y="565727"/>
            <a:ext cx="3209636" cy="169333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333" y="665788"/>
            <a:ext cx="4933758" cy="58497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637" y="1296939"/>
            <a:ext cx="4495030" cy="762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636" y="3867727"/>
            <a:ext cx="2008909" cy="261697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333" y="1997364"/>
            <a:ext cx="3148061" cy="261697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5637" y="4121727"/>
            <a:ext cx="5995939" cy="2840182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02182" y="2312939"/>
            <a:ext cx="1185333" cy="1023697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3334" y="2312939"/>
            <a:ext cx="1423939" cy="977515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39758" y="2312939"/>
            <a:ext cx="1193030" cy="1016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49212" y="2305242"/>
            <a:ext cx="1362364" cy="1023697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18364" y="3913909"/>
            <a:ext cx="1493212" cy="153939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95394" y="3921606"/>
            <a:ext cx="1139152" cy="138545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1818" y="3344333"/>
            <a:ext cx="1408545" cy="300182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08970" y="3344333"/>
            <a:ext cx="1254606" cy="300182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71394" y="3344333"/>
            <a:ext cx="1246909" cy="300182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95394" y="3344333"/>
            <a:ext cx="1039091" cy="300182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69757" y="7223606"/>
            <a:ext cx="846667" cy="2078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1091" y="7339061"/>
            <a:ext cx="269394" cy="269394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54182" y="7362152"/>
            <a:ext cx="223212" cy="223212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15757" y="7369848"/>
            <a:ext cx="107758" cy="261697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69758" y="7431424"/>
            <a:ext cx="2563091" cy="323273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15637" y="7908637"/>
            <a:ext cx="2940242" cy="669636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69758" y="8054879"/>
            <a:ext cx="954424" cy="207818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1091" y="8093364"/>
            <a:ext cx="269394" cy="269394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15757" y="8124152"/>
            <a:ext cx="107758" cy="261697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69758" y="8262697"/>
            <a:ext cx="2563091" cy="161636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0243" y="8662940"/>
            <a:ext cx="2963333" cy="669636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46667" y="8809182"/>
            <a:ext cx="1262303" cy="207818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15697" y="8847667"/>
            <a:ext cx="269394" cy="269394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92666" y="8878455"/>
            <a:ext cx="107758" cy="261697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46667" y="9017000"/>
            <a:ext cx="2563091" cy="161636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432849" y="7146637"/>
            <a:ext cx="3017212" cy="669636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886970" y="7300576"/>
            <a:ext cx="1246909" cy="207818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548303" y="7339061"/>
            <a:ext cx="269394" cy="269394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625273" y="7369848"/>
            <a:ext cx="107758" cy="261697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886970" y="7508394"/>
            <a:ext cx="2563091" cy="161636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432849" y="7908637"/>
            <a:ext cx="3017212" cy="669636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879273" y="8054879"/>
            <a:ext cx="846667" cy="207818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548303" y="8093364"/>
            <a:ext cx="269394" cy="269394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625273" y="8124152"/>
            <a:ext cx="107758" cy="261697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879273" y="8262697"/>
            <a:ext cx="2563091" cy="161636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432849" y="8662940"/>
            <a:ext cx="3017212" cy="669636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886970" y="8809182"/>
            <a:ext cx="1100667" cy="207818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548303" y="8847667"/>
            <a:ext cx="269394" cy="269394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625273" y="8878455"/>
            <a:ext cx="107758" cy="261697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886970" y="9017000"/>
            <a:ext cx="2563091" cy="161636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831879" y="4452697"/>
            <a:ext cx="153939" cy="153939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847273" y="4391121"/>
            <a:ext cx="130848" cy="269394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878060" y="4468091"/>
            <a:ext cx="61576" cy="146242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424546" y="4622031"/>
            <a:ext cx="153939" cy="153939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2432243" y="4560455"/>
            <a:ext cx="130848" cy="269394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2470727" y="4637424"/>
            <a:ext cx="61576" cy="146242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092970" y="6253788"/>
            <a:ext cx="153939" cy="153939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100667" y="6192212"/>
            <a:ext cx="130848" cy="269394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131454" y="6269182"/>
            <a:ext cx="61576" cy="146242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77394" y="4537364"/>
            <a:ext cx="153939" cy="153939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85091" y="4475788"/>
            <a:ext cx="130848" cy="269394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823576" y="4552758"/>
            <a:ext cx="61576" cy="146242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664970" y="5091546"/>
            <a:ext cx="153939" cy="153939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5680364" y="5029970"/>
            <a:ext cx="130848" cy="269394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5711151" y="5106940"/>
            <a:ext cx="61576" cy="146242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209637" y="5530273"/>
            <a:ext cx="153939" cy="153939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3217334" y="5468697"/>
            <a:ext cx="130848" cy="269394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3255818" y="5545667"/>
            <a:ext cx="61576" cy="1462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A4 용지(210x297mm)</PresentationFormat>
  <Paragraphs>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Calibri</vt:lpstr>
      <vt:lpstr>Aptos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장혁수/선임연구원/Vehicle Network 2 Unit</cp:lastModifiedBy>
  <cp:revision>5</cp:revision>
  <dcterms:created xsi:type="dcterms:W3CDTF">2006-08-16T00:00:00Z</dcterms:created>
  <dcterms:modified xsi:type="dcterms:W3CDTF">2026-07-01T05:49:48Z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2026-07-01T05:48:41Z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2e0a0ce2-8014-4830-9729-fa44fb22b63e</vt:lpwstr>
  </property>
  <property fmtid="{D5CDD505-2E9C-101B-9397-08002B2CF9AE}" pid="8" name="MSIP_Label_cc6ed9fc-fefc-4a0c-a6d6-10cf236c0d4f_ContentBits">
    <vt:lpwstr>1</vt:lpwstr>
  </property>
  <property fmtid="{D5CDD505-2E9C-101B-9397-08002B2CF9AE}" pid="9" name="MSIP_Label_cc6ed9fc-fefc-4a0c-a6d6-10cf236c0d4f_Tag">
    <vt:lpwstr>10, 3, 0, 1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LGE Internal Use Only</vt:lpwstr>
  </property>
</Properties>
</file>