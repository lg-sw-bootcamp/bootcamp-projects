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D9F52-96B0-F4C2-EA39-3C36881B5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DF40DC-89A5-3DD6-1509-E7CF861DD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57B16-C5BC-477A-3B35-005582CF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A5AFC2-DB92-76B9-5B3A-0CD8148D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9B709-0252-0B92-AC0C-20328818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27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0E1C0-47D6-F817-E3AD-531B0CF8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D6064-4F1C-7D25-02E2-52C693F6F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812D3-7B53-8DFB-F33B-731A1923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2BD777-67BE-1165-E908-F28B1EC8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E6EDC-E5E8-DCDA-9839-A9407DCB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67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74660-097F-2411-8144-6D2897998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EAAA49-921F-A631-DDB7-046B8C151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4323A-2447-D53D-1048-1E0DE7BD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EB4934-FDE7-D74C-4F37-8811BB87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506BEC-2E20-A9A9-7CBA-9CE4BDC3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3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64275-C77F-1A2D-19B7-89C51CED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F9893-3491-0B01-54A0-F7A947BD0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3A587F-BDD6-C63D-3F5C-6E8592DF1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292433-2E0A-EC2E-69EF-E09A0E9D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0EAA87-F875-81CB-D1B9-745FC9B11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C3982A-0688-07F5-43E4-60326826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00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0689E-0348-596B-3EFF-8AD99654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9AEC9A-1B27-EDE0-1040-35A7E6D5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86980F-2CEE-C7A6-6FB2-04F85BB1B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CC371E-5807-89AB-49B5-8E2626792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762AA3-7BAB-11D3-9844-8D0C1568B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D89D42-97C0-B7BC-A5EE-CEA83BD1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64C602-F711-CBCC-649B-E9D70A64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F92760-CDBF-05BB-5A19-F92F25F6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37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D742D-7A09-42D5-4380-DC34AD6AC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0E1A38-E3B8-C812-21C2-564D5232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8731C4-D296-5E48-26F5-C8D2B2CF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449626-1C47-F1B9-0AD0-CD334297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43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5109D9-3314-C20D-A896-E30BC151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20EA75-29BA-D25F-D19F-38803226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16737C-65AE-9C49-6991-CD546873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65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5FD7D-8C9F-5A6A-887F-33D9648C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4E16B7-28D1-C2D7-BB27-C18C0746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2D8508-78C6-5EEC-68B9-A62843187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E7C174-0FDE-CFBE-C5F9-F0BCD9A4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BCDEEE-7EE6-097A-9412-749A7867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17B019-CCA4-6369-ABFB-055FD637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54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CD9727-BB42-7D30-EAB6-4492DA231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6B0462-4033-8DBA-D3AA-674AD6A4C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ED2410-68F0-899D-65F5-EAD5FA2BE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B88350-FF08-E3B8-CDE8-FD441E34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CFE714-792F-D7F6-A48E-A2B846E5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C388C0-9D98-444A-822E-C95CE9E8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01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F348A-A0A1-7879-CB71-5CEB07A5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53F786-F85D-F4A1-0E1C-11C59616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C6B5C0-8D33-7CA6-FE72-BF76FB45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69CA5-68CE-4D65-F4E8-1290AD65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CE639F-DB3F-BD4B-1561-544481F3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56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A7F37F-E699-6702-AFC7-E51CB8A15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5901B1-768A-7055-E330-9CBA06055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08821-31A3-3697-7B2A-3F523F8C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5052A-C88C-8BCF-BF39-DCA2E9D2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61BA0A-9B6D-89CF-E963-48981728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2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4CEACD-25E0-E817-0EFD-5CA21830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E89171-211B-C87C-06D6-3032AEDB6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CD95D0-0422-CE59-3344-D92379D04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86F43-401B-4CF6-8E30-15AF4C2996B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E15C53-C686-3048-805D-61120946D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75E433-1BE4-6625-6563-03678189E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32D77-8790-4DDF-8D26-B49E1F34E07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703CE-F2AD-D352-19F9-B46CB6CF74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2719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인간의 얼굴, 사람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9C6A27-CDCF-3C3F-C180-28B3668BA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김승진/연구원/키친솔루션인공지능가전Project</dc:creator>
  <cp:lastModifiedBy>김승진/연구원/키친솔루션인공지능가전Project</cp:lastModifiedBy>
  <cp:revision>1</cp:revision>
  <dcterms:created xsi:type="dcterms:W3CDTF">2026-07-01T11:59:01Z</dcterms:created>
  <dcterms:modified xsi:type="dcterms:W3CDTF">2026-07-01T12:00:23Z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테마:8</vt:lpwstr>
  </property>
  <property fmtid="{D5CDD505-2E9C-101B-9397-08002B2CF9AE}" pid="3" name="ClassificationContentMarkingHeaderText">
    <vt:lpwstr>LGE Internal Use Only</vt:lpwstr>
  </property>
</Properties>
</file>