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8" r:id="rId4"/>
    <p:sldId id="269" r:id="rId5"/>
    <p:sldId id="270" r:id="rId6"/>
    <p:sldId id="271" r:id="rId7"/>
    <p:sldId id="272" r:id="rId8"/>
    <p:sldId id="279" r:id="rId9"/>
    <p:sldId id="274" r:id="rId10"/>
    <p:sldId id="277" r:id="rId11"/>
    <p:sldId id="280" r:id="rId12"/>
    <p:sldId id="273" r:id="rId13"/>
    <p:sldId id="261" r:id="rId14"/>
    <p:sldId id="262" r:id="rId15"/>
    <p:sldId id="281" r:id="rId16"/>
    <p:sldId id="285" r:id="rId17"/>
    <p:sldId id="286" r:id="rId18"/>
    <p:sldId id="287" r:id="rId19"/>
    <p:sldId id="289" r:id="rId20"/>
    <p:sldId id="288" r:id="rId21"/>
    <p:sldId id="26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003A"/>
    <a:srgbClr val="FC95B9"/>
    <a:srgbClr val="F5ABC5"/>
    <a:srgbClr val="F5DE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5A5E59-49E2-6ADF-09C1-68773595D3A8}" v="2606" dt="2026-07-01T12:07:13.089"/>
    <p1510:client id="{A707AFBC-F474-4D7A-ABD6-D0DE07224548}" v="6" dt="2026-07-01T10:59:11.274"/>
    <p1510:client id="{D4FCE9EF-887A-478F-B63D-D6989E83CACB}" v="107" dt="2026-07-01T11:42:37.316"/>
    <p1510:client id="{D78921B5-2AD1-B866-B0E6-8D02C67C0C3C}" v="54" dt="2026-07-01T12:13:13.888"/>
    <p1510:client id="{E7C4B8D3-79E3-206E-547B-175A8E17DA6E}" v="103" dt="2026-06-30T23:50:47.6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yunwoo Park/Vision SW Unit" userId="S::hyunwoo1418.park@lge.com::723d7ba9-f7bd-485c-ba0e-f726b6ed3f5f" providerId="AD" clId="Web-{E7C4B8D3-79E3-206E-547B-175A8E17DA6E}"/>
    <pc:docChg chg="modSld">
      <pc:chgData name="Hyunwoo Park/Vision SW Unit" userId="S::hyunwoo1418.park@lge.com::723d7ba9-f7bd-485c-ba0e-f726b6ed3f5f" providerId="AD" clId="Web-{E7C4B8D3-79E3-206E-547B-175A8E17DA6E}" dt="2026-06-30T23:50:47.657" v="99" actId="20577"/>
      <pc:docMkLst>
        <pc:docMk/>
      </pc:docMkLst>
      <pc:sldChg chg="modSp">
        <pc:chgData name="Hyunwoo Park/Vision SW Unit" userId="S::hyunwoo1418.park@lge.com::723d7ba9-f7bd-485c-ba0e-f726b6ed3f5f" providerId="AD" clId="Web-{E7C4B8D3-79E3-206E-547B-175A8E17DA6E}" dt="2026-06-30T23:50:47.657" v="99" actId="20577"/>
        <pc:sldMkLst>
          <pc:docMk/>
          <pc:sldMk cId="0" sldId="261"/>
        </pc:sldMkLst>
        <pc:spChg chg="mod">
          <ac:chgData name="Hyunwoo Park/Vision SW Unit" userId="S::hyunwoo1418.park@lge.com::723d7ba9-f7bd-485c-ba0e-f726b6ed3f5f" providerId="AD" clId="Web-{E7C4B8D3-79E3-206E-547B-175A8E17DA6E}" dt="2026-06-30T23:48:52.887" v="58" actId="14100"/>
          <ac:spMkLst>
            <pc:docMk/>
            <pc:sldMk cId="0" sldId="261"/>
            <ac:spMk id="11" creationId="{00000000-0000-0000-0000-000000000000}"/>
          </ac:spMkLst>
        </pc:spChg>
        <pc:spChg chg="mod">
          <ac:chgData name="Hyunwoo Park/Vision SW Unit" userId="S::hyunwoo1418.park@lge.com::723d7ba9-f7bd-485c-ba0e-f726b6ed3f5f" providerId="AD" clId="Web-{E7C4B8D3-79E3-206E-547B-175A8E17DA6E}" dt="2026-06-30T23:50:47.657" v="99" actId="20577"/>
          <ac:spMkLst>
            <pc:docMk/>
            <pc:sldMk cId="0" sldId="261"/>
            <ac:spMk id="17" creationId="{00000000-0000-0000-0000-000000000000}"/>
          </ac:spMkLst>
        </pc:spChg>
      </pc:sldChg>
      <pc:sldChg chg="addSp delSp modSp">
        <pc:chgData name="Hyunwoo Park/Vision SW Unit" userId="S::hyunwoo1418.park@lge.com::723d7ba9-f7bd-485c-ba0e-f726b6ed3f5f" providerId="AD" clId="Web-{E7C4B8D3-79E3-206E-547B-175A8E17DA6E}" dt="2026-06-30T14:29:08.425" v="53" actId="20577"/>
        <pc:sldMkLst>
          <pc:docMk/>
          <pc:sldMk cId="3582549616" sldId="273"/>
        </pc:sldMkLst>
        <pc:spChg chg="mod">
          <ac:chgData name="Hyunwoo Park/Vision SW Unit" userId="S::hyunwoo1418.park@lge.com::723d7ba9-f7bd-485c-ba0e-f726b6ed3f5f" providerId="AD" clId="Web-{E7C4B8D3-79E3-206E-547B-175A8E17DA6E}" dt="2026-06-30T07:58:41.408" v="40" actId="14100"/>
          <ac:spMkLst>
            <pc:docMk/>
            <pc:sldMk cId="3582549616" sldId="273"/>
            <ac:spMk id="4" creationId="{E1F0E4E8-5294-2CD4-127A-1276E0F73D6F}"/>
          </ac:spMkLst>
        </pc:spChg>
        <pc:spChg chg="mod">
          <ac:chgData name="Hyunwoo Park/Vision SW Unit" userId="S::hyunwoo1418.park@lge.com::723d7ba9-f7bd-485c-ba0e-f726b6ed3f5f" providerId="AD" clId="Web-{E7C4B8D3-79E3-206E-547B-175A8E17DA6E}" dt="2026-06-30T07:58:41.346" v="35" actId="14100"/>
          <ac:spMkLst>
            <pc:docMk/>
            <pc:sldMk cId="3582549616" sldId="273"/>
            <ac:spMk id="6" creationId="{458CA616-0C7B-B598-BBDB-B2E3731CF182}"/>
          </ac:spMkLst>
        </pc:spChg>
        <pc:spChg chg="mod">
          <ac:chgData name="Hyunwoo Park/Vision SW Unit" userId="S::hyunwoo1418.park@lge.com::723d7ba9-f7bd-485c-ba0e-f726b6ed3f5f" providerId="AD" clId="Web-{E7C4B8D3-79E3-206E-547B-175A8E17DA6E}" dt="2026-06-30T07:58:41.346" v="36" actId="14100"/>
          <ac:spMkLst>
            <pc:docMk/>
            <pc:sldMk cId="3582549616" sldId="273"/>
            <ac:spMk id="10" creationId="{7F388886-D838-C8BF-B449-BD47C92E1351}"/>
          </ac:spMkLst>
        </pc:spChg>
        <pc:spChg chg="mod">
          <ac:chgData name="Hyunwoo Park/Vision SW Unit" userId="S::hyunwoo1418.park@lge.com::723d7ba9-f7bd-485c-ba0e-f726b6ed3f5f" providerId="AD" clId="Web-{E7C4B8D3-79E3-206E-547B-175A8E17DA6E}" dt="2026-06-30T07:58:31.408" v="34" actId="20577"/>
          <ac:spMkLst>
            <pc:docMk/>
            <pc:sldMk cId="3582549616" sldId="273"/>
            <ac:spMk id="14" creationId="{485E146B-D369-2A84-7244-8C3C70AA19C6}"/>
          </ac:spMkLst>
        </pc:spChg>
        <pc:spChg chg="mod">
          <ac:chgData name="Hyunwoo Park/Vision SW Unit" userId="S::hyunwoo1418.park@lge.com::723d7ba9-f7bd-485c-ba0e-f726b6ed3f5f" providerId="AD" clId="Web-{E7C4B8D3-79E3-206E-547B-175A8E17DA6E}" dt="2026-06-30T07:58:41.361" v="37" actId="14100"/>
          <ac:spMkLst>
            <pc:docMk/>
            <pc:sldMk cId="3582549616" sldId="273"/>
            <ac:spMk id="16" creationId="{B7C3561F-A37C-1E6B-E007-D4E7CCEA2B38}"/>
          </ac:spMkLst>
        </pc:spChg>
        <pc:spChg chg="mod">
          <ac:chgData name="Hyunwoo Park/Vision SW Unit" userId="S::hyunwoo1418.park@lge.com::723d7ba9-f7bd-485c-ba0e-f726b6ed3f5f" providerId="AD" clId="Web-{E7C4B8D3-79E3-206E-547B-175A8E17DA6E}" dt="2026-06-30T14:29:08.425" v="53" actId="20577"/>
          <ac:spMkLst>
            <pc:docMk/>
            <pc:sldMk cId="3582549616" sldId="273"/>
            <ac:spMk id="18" creationId="{DAA9B584-AED5-E2A3-1B79-1B968F016E4D}"/>
          </ac:spMkLst>
        </pc:spChg>
        <pc:spChg chg="mod">
          <ac:chgData name="Hyunwoo Park/Vision SW Unit" userId="S::hyunwoo1418.park@lge.com::723d7ba9-f7bd-485c-ba0e-f726b6ed3f5f" providerId="AD" clId="Web-{E7C4B8D3-79E3-206E-547B-175A8E17DA6E}" dt="2026-06-30T07:58:41.377" v="38" actId="14100"/>
          <ac:spMkLst>
            <pc:docMk/>
            <pc:sldMk cId="3582549616" sldId="273"/>
            <ac:spMk id="22" creationId="{2F88C22D-909E-2259-AF45-9727FC8D9B84}"/>
          </ac:spMkLst>
        </pc:spChg>
        <pc:spChg chg="mod">
          <ac:chgData name="Hyunwoo Park/Vision SW Unit" userId="S::hyunwoo1418.park@lge.com::723d7ba9-f7bd-485c-ba0e-f726b6ed3f5f" providerId="AD" clId="Web-{E7C4B8D3-79E3-206E-547B-175A8E17DA6E}" dt="2026-06-30T07:58:41.393" v="39" actId="14100"/>
          <ac:spMkLst>
            <pc:docMk/>
            <pc:sldMk cId="3582549616" sldId="273"/>
            <ac:spMk id="28" creationId="{318BCEBC-583E-5673-3615-063E52FAF8A1}"/>
          </ac:spMkLst>
        </pc:spChg>
        <pc:spChg chg="mod">
          <ac:chgData name="Hyunwoo Park/Vision SW Unit" userId="S::hyunwoo1418.park@lge.com::723d7ba9-f7bd-485c-ba0e-f726b6ed3f5f" providerId="AD" clId="Web-{E7C4B8D3-79E3-206E-547B-175A8E17DA6E}" dt="2026-06-30T07:58:11.563" v="26" actId="20577"/>
          <ac:spMkLst>
            <pc:docMk/>
            <pc:sldMk cId="3582549616" sldId="273"/>
            <ac:spMk id="29" creationId="{A5D24FB6-9B1F-2015-F34B-929760F7F6ED}"/>
          </ac:spMkLst>
        </pc:spChg>
        <pc:spChg chg="mod">
          <ac:chgData name="Hyunwoo Park/Vision SW Unit" userId="S::hyunwoo1418.park@lge.com::723d7ba9-f7bd-485c-ba0e-f726b6ed3f5f" providerId="AD" clId="Web-{E7C4B8D3-79E3-206E-547B-175A8E17DA6E}" dt="2026-06-30T07:58:08.313" v="25" actId="20577"/>
          <ac:spMkLst>
            <pc:docMk/>
            <pc:sldMk cId="3582549616" sldId="273"/>
            <ac:spMk id="30" creationId="{874D9B44-CBB9-240D-A125-47EC1535E507}"/>
          </ac:spMkLst>
        </pc:spChg>
        <pc:picChg chg="add del mod">
          <ac:chgData name="Hyunwoo Park/Vision SW Unit" userId="S::hyunwoo1418.park@lge.com::723d7ba9-f7bd-485c-ba0e-f726b6ed3f5f" providerId="AD" clId="Web-{E7C4B8D3-79E3-206E-547B-175A8E17DA6E}" dt="2026-06-30T08:00:07.068" v="45"/>
          <ac:picMkLst>
            <pc:docMk/>
            <pc:sldMk cId="3582549616" sldId="273"/>
            <ac:picMk id="13" creationId="{3A74F098-C465-3D29-9327-E0C01C36772A}"/>
          </ac:picMkLst>
        </pc:picChg>
        <pc:picChg chg="add mod">
          <ac:chgData name="Hyunwoo Park/Vision SW Unit" userId="S::hyunwoo1418.park@lge.com::723d7ba9-f7bd-485c-ba0e-f726b6ed3f5f" providerId="AD" clId="Web-{E7C4B8D3-79E3-206E-547B-175A8E17DA6E}" dt="2026-06-30T08:02:03.869" v="52" actId="1076"/>
          <ac:picMkLst>
            <pc:docMk/>
            <pc:sldMk cId="3582549616" sldId="273"/>
            <ac:picMk id="15" creationId="{4022683B-7E32-33D8-D9F8-52D4B5D10920}"/>
          </ac:picMkLst>
        </pc:picChg>
      </pc:sldChg>
    </pc:docChg>
  </pc:docChgLst>
  <pc:docChgLst>
    <pc:chgData name="Hyunwoo Park/Vision SW Unit" userId="S::hyunwoo1418.park@lge.com::723d7ba9-f7bd-485c-ba0e-f726b6ed3f5f" providerId="AD" clId="Web-{A35A5E59-49E2-6ADF-09C1-68773595D3A8}"/>
    <pc:docChg chg="addSld delSld modSld sldOrd">
      <pc:chgData name="Hyunwoo Park/Vision SW Unit" userId="S::hyunwoo1418.park@lge.com::723d7ba9-f7bd-485c-ba0e-f726b6ed3f5f" providerId="AD" clId="Web-{A35A5E59-49E2-6ADF-09C1-68773595D3A8}" dt="2026-07-01T12:03:12.137" v="2542" actId="20577"/>
      <pc:docMkLst>
        <pc:docMk/>
      </pc:docMkLst>
      <pc:sldChg chg="addSp modSp">
        <pc:chgData name="Hyunwoo Park/Vision SW Unit" userId="S::hyunwoo1418.park@lge.com::723d7ba9-f7bd-485c-ba0e-f726b6ed3f5f" providerId="AD" clId="Web-{A35A5E59-49E2-6ADF-09C1-68773595D3A8}" dt="2026-07-01T06:02:38.665" v="1488" actId="20577"/>
        <pc:sldMkLst>
          <pc:docMk/>
          <pc:sldMk cId="0" sldId="257"/>
        </pc:sldMkLst>
        <pc:spChg chg="add mod">
          <ac:chgData name="Hyunwoo Park/Vision SW Unit" userId="S::hyunwoo1418.park@lge.com::723d7ba9-f7bd-485c-ba0e-f726b6ed3f5f" providerId="AD" clId="Web-{A35A5E59-49E2-6ADF-09C1-68773595D3A8}" dt="2026-07-01T01:41:48.597" v="94" actId="20577"/>
          <ac:spMkLst>
            <pc:docMk/>
            <pc:sldMk cId="0" sldId="257"/>
            <ac:spMk id="4" creationId="{08BE25E2-D4CF-A2BF-72A1-196C135FD8A0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5:58:37.877" v="1486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6:02:38.665" v="1488" actId="2057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5:18:28.053" v="1399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2:02:07.006" v="121" actId="20577"/>
          <ac:spMkLst>
            <pc:docMk/>
            <pc:sldMk cId="0" sldId="257"/>
            <ac:spMk id="19" creationId="{00000000-0000-0000-0000-000000000000}"/>
          </ac:spMkLst>
        </pc:spChg>
      </pc:sldChg>
      <pc:sldChg chg="modSp del ord">
        <pc:chgData name="Hyunwoo Park/Vision SW Unit" userId="S::hyunwoo1418.park@lge.com::723d7ba9-f7bd-485c-ba0e-f726b6ed3f5f" providerId="AD" clId="Web-{A35A5E59-49E2-6ADF-09C1-68773595D3A8}" dt="2026-07-01T04:56:38.232" v="1323"/>
        <pc:sldMkLst>
          <pc:docMk/>
          <pc:sldMk cId="0" sldId="259"/>
        </pc:sldMkLst>
        <pc:spChg chg="mod">
          <ac:chgData name="Hyunwoo Park/Vision SW Unit" userId="S::hyunwoo1418.park@lge.com::723d7ba9-f7bd-485c-ba0e-f726b6ed3f5f" providerId="AD" clId="Web-{A35A5E59-49E2-6ADF-09C1-68773595D3A8}" dt="2026-07-01T01:42:27.005" v="98" actId="20577"/>
          <ac:spMkLst>
            <pc:docMk/>
            <pc:sldMk cId="0" sldId="259"/>
            <ac:spMk id="3" creationId="{00000000-0000-0000-0000-000000000000}"/>
          </ac:spMkLst>
        </pc:spChg>
      </pc:sldChg>
      <pc:sldChg chg="addSp modSp">
        <pc:chgData name="Hyunwoo Park/Vision SW Unit" userId="S::hyunwoo1418.park@lge.com::723d7ba9-f7bd-485c-ba0e-f726b6ed3f5f" providerId="AD" clId="Web-{A35A5E59-49E2-6ADF-09C1-68773595D3A8}" dt="2026-07-01T12:03:08.168" v="2540" actId="20577"/>
        <pc:sldMkLst>
          <pc:docMk/>
          <pc:sldMk cId="0" sldId="261"/>
        </pc:sldMkLst>
        <pc:spChg chg="mod">
          <ac:chgData name="Hyunwoo Park/Vision SW Unit" userId="S::hyunwoo1418.park@lge.com::723d7ba9-f7bd-485c-ba0e-f726b6ed3f5f" providerId="AD" clId="Web-{A35A5E59-49E2-6ADF-09C1-68773595D3A8}" dt="2026-07-01T12:03:08.168" v="2540" actId="20577"/>
          <ac:spMkLst>
            <pc:docMk/>
            <pc:sldMk cId="0" sldId="261"/>
            <ac:spMk id="3" creationId="{00000000-0000-0000-0000-000000000000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10:40:44.116" v="2472" actId="20577"/>
          <ac:spMkLst>
            <pc:docMk/>
            <pc:sldMk cId="0" sldId="261"/>
            <ac:spMk id="5" creationId="{A728A949-4633-AA2D-653B-F503C1865735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9:07:07.888" v="2152" actId="14100"/>
          <ac:spMkLst>
            <pc:docMk/>
            <pc:sldMk cId="0" sldId="261"/>
            <ac:spMk id="6" creationId="{00000000-0000-0000-0000-000000000000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9:06:54.700" v="2151" actId="20577"/>
          <ac:spMkLst>
            <pc:docMk/>
            <pc:sldMk cId="0" sldId="261"/>
            <ac:spMk id="11" creationId="{00000000-0000-0000-0000-000000000000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9:07:07.935" v="2153" actId="14100"/>
          <ac:spMkLst>
            <pc:docMk/>
            <pc:sldMk cId="0" sldId="261"/>
            <ac:spMk id="12" creationId="{00000000-0000-0000-0000-000000000000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9:03:28.474" v="2098"/>
          <ac:spMkLst>
            <pc:docMk/>
            <pc:sldMk cId="0" sldId="261"/>
            <ac:spMk id="17" creationId="{00000000-0000-0000-0000-000000000000}"/>
          </ac:spMkLst>
        </pc:spChg>
      </pc:sldChg>
      <pc:sldChg chg="addSp delSp modSp ord">
        <pc:chgData name="Hyunwoo Park/Vision SW Unit" userId="S::hyunwoo1418.park@lge.com::723d7ba9-f7bd-485c-ba0e-f726b6ed3f5f" providerId="AD" clId="Web-{A35A5E59-49E2-6ADF-09C1-68773595D3A8}" dt="2026-07-01T12:03:12.137" v="2542" actId="20577"/>
        <pc:sldMkLst>
          <pc:docMk/>
          <pc:sldMk cId="0" sldId="262"/>
        </pc:sldMkLst>
        <pc:spChg chg="mod">
          <ac:chgData name="Hyunwoo Park/Vision SW Unit" userId="S::hyunwoo1418.park@lge.com::723d7ba9-f7bd-485c-ba0e-f726b6ed3f5f" providerId="AD" clId="Web-{A35A5E59-49E2-6ADF-09C1-68773595D3A8}" dt="2026-07-01T12:03:12.137" v="2542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10:26:37.202" v="2445" actId="1076"/>
          <ac:spMkLst>
            <pc:docMk/>
            <pc:sldMk cId="0" sldId="262"/>
            <ac:spMk id="4" creationId="{E913A379-B0A2-F1E0-EA4F-9A81130D6340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10:26:37.218" v="2446" actId="1076"/>
          <ac:spMkLst>
            <pc:docMk/>
            <pc:sldMk cId="0" sldId="262"/>
            <ac:spMk id="5" creationId="{6A566780-8AF3-95D3-DC42-F4D64C31C0DC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10:26:37.062" v="2437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10:26:37.077" v="2438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10:26:37.093" v="2439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10:26:37.109" v="2440" actId="1076"/>
          <ac:spMkLst>
            <pc:docMk/>
            <pc:sldMk cId="0" sldId="262"/>
            <ac:spMk id="9" creationId="{00000000-0000-0000-0000-000000000000}"/>
          </ac:spMkLst>
        </pc:spChg>
        <pc:spChg chg="del mod">
          <ac:chgData name="Hyunwoo Park/Vision SW Unit" userId="S::hyunwoo1418.park@lge.com::723d7ba9-f7bd-485c-ba0e-f726b6ed3f5f" providerId="AD" clId="Web-{A35A5E59-49E2-6ADF-09C1-68773595D3A8}" dt="2026-07-01T09:07:25.654" v="2157"/>
          <ac:spMkLst>
            <pc:docMk/>
            <pc:sldMk cId="0" sldId="262"/>
            <ac:spMk id="10" creationId="{00000000-0000-0000-0000-000000000000}"/>
          </ac:spMkLst>
        </pc:spChg>
        <pc:spChg chg="del mod">
          <ac:chgData name="Hyunwoo Park/Vision SW Unit" userId="S::hyunwoo1418.park@lge.com::723d7ba9-f7bd-485c-ba0e-f726b6ed3f5f" providerId="AD" clId="Web-{A35A5E59-49E2-6ADF-09C1-68773595D3A8}" dt="2026-07-01T09:07:25.654" v="2156"/>
          <ac:spMkLst>
            <pc:docMk/>
            <pc:sldMk cId="0" sldId="262"/>
            <ac:spMk id="11" creationId="{00000000-0000-0000-0000-000000000000}"/>
          </ac:spMkLst>
        </pc:spChg>
        <pc:spChg chg="del mod">
          <ac:chgData name="Hyunwoo Park/Vision SW Unit" userId="S::hyunwoo1418.park@lge.com::723d7ba9-f7bd-485c-ba0e-f726b6ed3f5f" providerId="AD" clId="Web-{A35A5E59-49E2-6ADF-09C1-68773595D3A8}" dt="2026-07-01T09:07:25.654" v="2155"/>
          <ac:spMkLst>
            <pc:docMk/>
            <pc:sldMk cId="0" sldId="262"/>
            <ac:spMk id="12" creationId="{00000000-0000-0000-0000-000000000000}"/>
          </ac:spMkLst>
        </pc:spChg>
        <pc:spChg chg="del mod">
          <ac:chgData name="Hyunwoo Park/Vision SW Unit" userId="S::hyunwoo1418.park@lge.com::723d7ba9-f7bd-485c-ba0e-f726b6ed3f5f" providerId="AD" clId="Web-{A35A5E59-49E2-6ADF-09C1-68773595D3A8}" dt="2026-07-01T09:07:25.654" v="2154"/>
          <ac:spMkLst>
            <pc:docMk/>
            <pc:sldMk cId="0" sldId="262"/>
            <ac:spMk id="13" creationId="{00000000-0000-0000-0000-000000000000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10:26:37.124" v="2441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10:26:37.140" v="2442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10:26:37.156" v="2443" actId="107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10:26:37.171" v="2444" actId="1076"/>
          <ac:spMkLst>
            <pc:docMk/>
            <pc:sldMk cId="0" sldId="262"/>
            <ac:spMk id="17" creationId="{00000000-0000-0000-0000-000000000000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8:45:02.410" v="1983"/>
          <ac:spMkLst>
            <pc:docMk/>
            <pc:sldMk cId="0" sldId="262"/>
            <ac:spMk id="18" creationId="{00000000-0000-0000-0000-000000000000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10:26:37.234" v="2447" actId="1076"/>
          <ac:spMkLst>
            <pc:docMk/>
            <pc:sldMk cId="0" sldId="262"/>
            <ac:spMk id="20" creationId="{C5187F00-AEA8-9704-235A-D38E2232B12F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10:26:37.249" v="2448" actId="1076"/>
          <ac:spMkLst>
            <pc:docMk/>
            <pc:sldMk cId="0" sldId="262"/>
            <ac:spMk id="21" creationId="{4666AC27-0AFF-9BBD-F1A5-EB18D6F60E0A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10:40:39.194" v="2471" actId="20577"/>
          <ac:spMkLst>
            <pc:docMk/>
            <pc:sldMk cId="0" sldId="262"/>
            <ac:spMk id="22" creationId="{23033E34-0AD1-A7EA-4914-0408F8FB37C8}"/>
          </ac:spMkLst>
        </pc:spChg>
        <pc:picChg chg="mod">
          <ac:chgData name="Hyunwoo Park/Vision SW Unit" userId="S::hyunwoo1418.park@lge.com::723d7ba9-f7bd-485c-ba0e-f726b6ed3f5f" providerId="AD" clId="Web-{A35A5E59-49E2-6ADF-09C1-68773595D3A8}" dt="2026-07-01T10:26:40.859" v="2449" actId="1076"/>
          <ac:picMkLst>
            <pc:docMk/>
            <pc:sldMk cId="0" sldId="262"/>
            <ac:picMk id="1026" creationId="{279CDC9D-65C4-4DDF-BEB1-538E3B7A40C1}"/>
          </ac:picMkLst>
        </pc:picChg>
        <pc:picChg chg="del">
          <ac:chgData name="Hyunwoo Park/Vision SW Unit" userId="S::hyunwoo1418.park@lge.com::723d7ba9-f7bd-485c-ba0e-f726b6ed3f5f" providerId="AD" clId="Web-{A35A5E59-49E2-6ADF-09C1-68773595D3A8}" dt="2026-07-01T08:45:02.410" v="1982"/>
          <ac:picMkLst>
            <pc:docMk/>
            <pc:sldMk cId="0" sldId="262"/>
            <ac:picMk id="4100" creationId="{F89BB2B3-667E-5618-FEB0-68FEE38603B9}"/>
          </ac:picMkLst>
        </pc:picChg>
      </pc:sldChg>
      <pc:sldChg chg="addSp delSp modSp del">
        <pc:chgData name="Hyunwoo Park/Vision SW Unit" userId="S::hyunwoo1418.park@lge.com::723d7ba9-f7bd-485c-ba0e-f726b6ed3f5f" providerId="AD" clId="Web-{A35A5E59-49E2-6ADF-09C1-68773595D3A8}" dt="2026-07-01T08:40:08.026" v="1958"/>
        <pc:sldMkLst>
          <pc:docMk/>
          <pc:sldMk cId="0" sldId="264"/>
        </pc:sldMkLst>
        <pc:spChg chg="mod">
          <ac:chgData name="Hyunwoo Park/Vision SW Unit" userId="S::hyunwoo1418.park@lge.com::723d7ba9-f7bd-485c-ba0e-f726b6ed3f5f" providerId="AD" clId="Web-{A35A5E59-49E2-6ADF-09C1-68773595D3A8}" dt="2026-07-01T07:40:19.982" v="1663" actId="20577"/>
          <ac:spMkLst>
            <pc:docMk/>
            <pc:sldMk cId="0" sldId="264"/>
            <ac:spMk id="3" creationId="{00000000-0000-0000-0000-000000000000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8:13:51.184" v="1812" actId="14100"/>
          <ac:spMkLst>
            <pc:docMk/>
            <pc:sldMk cId="0" sldId="264"/>
            <ac:spMk id="4" creationId="{0E0FC9C3-BAFD-65A8-8809-94A834FF6BFC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8:13:57.075" v="1813" actId="1076"/>
          <ac:spMkLst>
            <pc:docMk/>
            <pc:sldMk cId="0" sldId="264"/>
            <ac:spMk id="5" creationId="{FF01040F-4D00-2FB6-0ED2-9F6F2BBDB243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8:13:51.137" v="1811" actId="14100"/>
          <ac:spMkLst>
            <pc:docMk/>
            <pc:sldMk cId="0" sldId="264"/>
            <ac:spMk id="6" creationId="{00000000-0000-0000-0000-000000000000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8:13:57.106" v="1814" actId="1076"/>
          <ac:spMkLst>
            <pc:docMk/>
            <pc:sldMk cId="0" sldId="264"/>
            <ac:spMk id="7" creationId="{D20FF0E6-A6C7-5F3A-815E-F09B54A7BE27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8:23:50.608" v="1937" actId="20577"/>
          <ac:spMkLst>
            <pc:docMk/>
            <pc:sldMk cId="0" sldId="264"/>
            <ac:spMk id="8" creationId="{72B7AEC4-713E-6E1A-DFFE-8638AA93BDE0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7:40:27.029" v="1665"/>
          <ac:spMkLst>
            <pc:docMk/>
            <pc:sldMk cId="0" sldId="264"/>
            <ac:spMk id="9" creationId="{00000000-0000-0000-0000-000000000000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8:23:40.154" v="1936" actId="20577"/>
          <ac:spMkLst>
            <pc:docMk/>
            <pc:sldMk cId="0" sldId="264"/>
            <ac:spMk id="10" creationId="{00000000-0000-0000-0000-000000000000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7:40:41.967" v="1677"/>
          <ac:spMkLst>
            <pc:docMk/>
            <pc:sldMk cId="0" sldId="264"/>
            <ac:spMk id="11" creationId="{00000000-0000-0000-0000-000000000000}"/>
          </ac:spMkLst>
        </pc:spChg>
        <pc:spChg chg="add del">
          <ac:chgData name="Hyunwoo Park/Vision SW Unit" userId="S::hyunwoo1418.park@lge.com::723d7ba9-f7bd-485c-ba0e-f726b6ed3f5f" providerId="AD" clId="Web-{A35A5E59-49E2-6ADF-09C1-68773595D3A8}" dt="2026-07-01T07:48:18.871" v="1750"/>
          <ac:spMkLst>
            <pc:docMk/>
            <pc:sldMk cId="0" sldId="264"/>
            <ac:spMk id="12" creationId="{BA40DA57-50C3-F0AD-5F6D-AF1C8044EA34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8:14:12.263" v="1817" actId="1076"/>
          <ac:spMkLst>
            <pc:docMk/>
            <pc:sldMk cId="0" sldId="264"/>
            <ac:spMk id="13" creationId="{C916F727-43AA-E546-2467-E22ABC534E56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7:40:41.967" v="1676"/>
          <ac:spMkLst>
            <pc:docMk/>
            <pc:sldMk cId="0" sldId="264"/>
            <ac:spMk id="14" creationId="{00000000-0000-0000-0000-000000000000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7:40:41.967" v="1675"/>
          <ac:spMkLst>
            <pc:docMk/>
            <pc:sldMk cId="0" sldId="264"/>
            <ac:spMk id="15" creationId="{00000000-0000-0000-0000-000000000000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7:40:41.967" v="1674"/>
          <ac:spMkLst>
            <pc:docMk/>
            <pc:sldMk cId="0" sldId="264"/>
            <ac:spMk id="16" creationId="{00000000-0000-0000-0000-000000000000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8:14:35.888" v="1819" actId="1076"/>
          <ac:spMkLst>
            <pc:docMk/>
            <pc:sldMk cId="0" sldId="264"/>
            <ac:spMk id="17" creationId="{C592E295-253D-EE13-4124-E2CECA5D36DB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8:15:24.265" v="1832" actId="1076"/>
          <ac:spMkLst>
            <pc:docMk/>
            <pc:sldMk cId="0" sldId="264"/>
            <ac:spMk id="18" creationId="{02D8D848-8100-A14C-457C-E1CDE931C807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7:40:41.967" v="1673"/>
          <ac:spMkLst>
            <pc:docMk/>
            <pc:sldMk cId="0" sldId="264"/>
            <ac:spMk id="19" creationId="{00000000-0000-0000-0000-000000000000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7:40:41.967" v="1672"/>
          <ac:spMkLst>
            <pc:docMk/>
            <pc:sldMk cId="0" sldId="264"/>
            <ac:spMk id="20" creationId="{00000000-0000-0000-0000-000000000000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8:15:30.718" v="1838" actId="20577"/>
          <ac:spMkLst>
            <pc:docMk/>
            <pc:sldMk cId="0" sldId="264"/>
            <ac:spMk id="21" creationId="{AFF4428F-3A57-29B0-3276-45D2A8F11F66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8:23:20.013" v="1933" actId="1076"/>
          <ac:spMkLst>
            <pc:docMk/>
            <pc:sldMk cId="0" sldId="264"/>
            <ac:spMk id="22" creationId="{748951E4-A1B3-8200-D9DC-919E708F5DAA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8:23:20.044" v="1934" actId="1076"/>
          <ac:spMkLst>
            <pc:docMk/>
            <pc:sldMk cId="0" sldId="264"/>
            <ac:spMk id="23" creationId="{ACF59050-BCD8-8FD1-BF0D-A0E1981CE1C1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7:40:41.967" v="1671"/>
          <ac:spMkLst>
            <pc:docMk/>
            <pc:sldMk cId="0" sldId="264"/>
            <ac:spMk id="25" creationId="{B4044B81-2D92-54A6-7B72-99F6F2542DEB}"/>
          </ac:spMkLst>
        </pc:spChg>
        <pc:grpChg chg="del">
          <ac:chgData name="Hyunwoo Park/Vision SW Unit" userId="S::hyunwoo1418.park@lge.com::723d7ba9-f7bd-485c-ba0e-f726b6ed3f5f" providerId="AD" clId="Web-{A35A5E59-49E2-6ADF-09C1-68773595D3A8}" dt="2026-07-01T07:40:25.045" v="1664"/>
          <ac:grpSpMkLst>
            <pc:docMk/>
            <pc:sldMk cId="0" sldId="264"/>
            <ac:grpSpMk id="28" creationId="{CC0BDA5F-0BAF-55B8-CCA3-309981B571F6}"/>
          </ac:grpSpMkLst>
        </pc:grpChg>
        <pc:grpChg chg="del">
          <ac:chgData name="Hyunwoo Park/Vision SW Unit" userId="S::hyunwoo1418.park@lge.com::723d7ba9-f7bd-485c-ba0e-f726b6ed3f5f" providerId="AD" clId="Web-{A35A5E59-49E2-6ADF-09C1-68773595D3A8}" dt="2026-07-01T07:40:43.342" v="1678"/>
          <ac:grpSpMkLst>
            <pc:docMk/>
            <pc:sldMk cId="0" sldId="264"/>
            <ac:grpSpMk id="31" creationId="{961308F1-375C-4DA5-378C-2026177891C1}"/>
          </ac:grpSpMkLst>
        </pc:grpChg>
        <pc:grpChg chg="del">
          <ac:chgData name="Hyunwoo Park/Vision SW Unit" userId="S::hyunwoo1418.park@lge.com::723d7ba9-f7bd-485c-ba0e-f726b6ed3f5f" providerId="AD" clId="Web-{A35A5E59-49E2-6ADF-09C1-68773595D3A8}" dt="2026-07-01T07:40:41.967" v="1670"/>
          <ac:grpSpMkLst>
            <pc:docMk/>
            <pc:sldMk cId="0" sldId="264"/>
            <ac:grpSpMk id="32" creationId="{DA2BCA0B-8C37-8B77-CF90-BC6AA31C7818}"/>
          </ac:grpSpMkLst>
        </pc:grpChg>
      </pc:sldChg>
      <pc:sldChg chg="del">
        <pc:chgData name="Hyunwoo Park/Vision SW Unit" userId="S::hyunwoo1418.park@lge.com::723d7ba9-f7bd-485c-ba0e-f726b6ed3f5f" providerId="AD" clId="Web-{A35A5E59-49E2-6ADF-09C1-68773595D3A8}" dt="2026-07-01T10:45:37.764" v="2490"/>
        <pc:sldMkLst>
          <pc:docMk/>
          <pc:sldMk cId="0" sldId="265"/>
        </pc:sldMkLst>
      </pc:sldChg>
      <pc:sldChg chg="modSp">
        <pc:chgData name="Hyunwoo Park/Vision SW Unit" userId="S::hyunwoo1418.park@lge.com::723d7ba9-f7bd-485c-ba0e-f726b6ed3f5f" providerId="AD" clId="Web-{A35A5E59-49E2-6ADF-09C1-68773595D3A8}" dt="2026-07-01T10:37:21.204" v="2468" actId="20577"/>
        <pc:sldMkLst>
          <pc:docMk/>
          <pc:sldMk cId="374638143" sldId="271"/>
        </pc:sldMkLst>
        <pc:spChg chg="mod">
          <ac:chgData name="Hyunwoo Park/Vision SW Unit" userId="S::hyunwoo1418.park@lge.com::723d7ba9-f7bd-485c-ba0e-f726b6ed3f5f" providerId="AD" clId="Web-{A35A5E59-49E2-6ADF-09C1-68773595D3A8}" dt="2026-07-01T10:37:21.204" v="2468" actId="20577"/>
          <ac:spMkLst>
            <pc:docMk/>
            <pc:sldMk cId="374638143" sldId="271"/>
            <ac:spMk id="12" creationId="{1227AFC7-9333-6606-838F-CC2BCDA56120}"/>
          </ac:spMkLst>
        </pc:spChg>
      </pc:sldChg>
      <pc:sldChg chg="addSp delSp modSp">
        <pc:chgData name="Hyunwoo Park/Vision SW Unit" userId="S::hyunwoo1418.park@lge.com::723d7ba9-f7bd-485c-ba0e-f726b6ed3f5f" providerId="AD" clId="Web-{A35A5E59-49E2-6ADF-09C1-68773595D3A8}" dt="2026-07-01T10:40:12.381" v="2469" actId="20577"/>
        <pc:sldMkLst>
          <pc:docMk/>
          <pc:sldMk cId="3582549616" sldId="273"/>
        </pc:sldMkLst>
        <pc:spChg chg="mod">
          <ac:chgData name="Hyunwoo Park/Vision SW Unit" userId="S::hyunwoo1418.park@lge.com::723d7ba9-f7bd-485c-ba0e-f726b6ed3f5f" providerId="AD" clId="Web-{A35A5E59-49E2-6ADF-09C1-68773595D3A8}" dt="2026-07-01T06:12:56.106" v="1516" actId="20577"/>
          <ac:spMkLst>
            <pc:docMk/>
            <pc:sldMk cId="3582549616" sldId="273"/>
            <ac:spMk id="3" creationId="{52390F99-58F4-EE8A-A5FC-FA42C28C4B0A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2:40:06.054" v="242" actId="14100"/>
          <ac:spMkLst>
            <pc:docMk/>
            <pc:sldMk cId="3582549616" sldId="273"/>
            <ac:spMk id="4" creationId="{E1F0E4E8-5294-2CD4-127A-1276E0F73D6F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10:40:12.381" v="2469" actId="20577"/>
          <ac:spMkLst>
            <pc:docMk/>
            <pc:sldMk cId="3582549616" sldId="273"/>
            <ac:spMk id="5" creationId="{254A762C-DDC0-5658-39D4-CD9A2F2367C6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2:40:05.945" v="237" actId="14100"/>
          <ac:spMkLst>
            <pc:docMk/>
            <pc:sldMk cId="3582549616" sldId="273"/>
            <ac:spMk id="6" creationId="{458CA616-0C7B-B598-BBDB-B2E3731CF182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6:51:41.347" v="1652" actId="20577"/>
          <ac:spMkLst>
            <pc:docMk/>
            <pc:sldMk cId="3582549616" sldId="273"/>
            <ac:spMk id="7" creationId="{FA7A2256-E2C9-011C-0AC6-5B394A0730C9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5:38:56.137" v="1424" actId="20577"/>
          <ac:spMkLst>
            <pc:docMk/>
            <pc:sldMk cId="3582549616" sldId="273"/>
            <ac:spMk id="8" creationId="{CAC6340D-6CC2-C533-C338-AF6ECBDA86B4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2:40:05.976" v="238" actId="14100"/>
          <ac:spMkLst>
            <pc:docMk/>
            <pc:sldMk cId="3582549616" sldId="273"/>
            <ac:spMk id="10" creationId="{7F388886-D838-C8BF-B449-BD47C92E1351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2:40:43.337" v="260" actId="14100"/>
          <ac:spMkLst>
            <pc:docMk/>
            <pc:sldMk cId="3582549616" sldId="273"/>
            <ac:spMk id="12" creationId="{051E11E3-7060-1721-0B84-AFB62A6052D2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2:40:56.431" v="263" actId="14100"/>
          <ac:spMkLst>
            <pc:docMk/>
            <pc:sldMk cId="3582549616" sldId="273"/>
            <ac:spMk id="14" creationId="{485E146B-D369-2A84-7244-8C3C70AA19C6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2:40:05.992" v="239" actId="14100"/>
          <ac:spMkLst>
            <pc:docMk/>
            <pc:sldMk cId="3582549616" sldId="273"/>
            <ac:spMk id="16" creationId="{B7C3561F-A37C-1E6B-E007-D4E7CCEA2B38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3:17:34.558" v="1309" actId="20577"/>
          <ac:spMkLst>
            <pc:docMk/>
            <pc:sldMk cId="3582549616" sldId="273"/>
            <ac:spMk id="18" creationId="{DAA9B584-AED5-E2A3-1B79-1B968F016E4D}"/>
          </ac:spMkLst>
        </pc:spChg>
        <pc:spChg chg="add del">
          <ac:chgData name="Hyunwoo Park/Vision SW Unit" userId="S::hyunwoo1418.park@lge.com::723d7ba9-f7bd-485c-ba0e-f726b6ed3f5f" providerId="AD" clId="Web-{A35A5E59-49E2-6ADF-09C1-68773595D3A8}" dt="2026-07-01T02:39:32.412" v="200"/>
          <ac:spMkLst>
            <pc:docMk/>
            <pc:sldMk cId="3582549616" sldId="273"/>
            <ac:spMk id="19" creationId="{915C9506-480B-4298-A115-2D65C67F0FB0}"/>
          </ac:spMkLst>
        </pc:spChg>
        <pc:spChg chg="add del">
          <ac:chgData name="Hyunwoo Park/Vision SW Unit" userId="S::hyunwoo1418.park@lge.com::723d7ba9-f7bd-485c-ba0e-f726b6ed3f5f" providerId="AD" clId="Web-{A35A5E59-49E2-6ADF-09C1-68773595D3A8}" dt="2026-07-01T02:39:32.412" v="199"/>
          <ac:spMkLst>
            <pc:docMk/>
            <pc:sldMk cId="3582549616" sldId="273"/>
            <ac:spMk id="20" creationId="{E9030395-6571-FFB8-12F0-425084F141E0}"/>
          </ac:spMkLst>
        </pc:spChg>
        <pc:spChg chg="add del">
          <ac:chgData name="Hyunwoo Park/Vision SW Unit" userId="S::hyunwoo1418.park@lge.com::723d7ba9-f7bd-485c-ba0e-f726b6ed3f5f" providerId="AD" clId="Web-{A35A5E59-49E2-6ADF-09C1-68773595D3A8}" dt="2026-07-01T02:39:32.412" v="198"/>
          <ac:spMkLst>
            <pc:docMk/>
            <pc:sldMk cId="3582549616" sldId="273"/>
            <ac:spMk id="21" creationId="{76984D99-0A81-F9E9-4539-463AF2BE3A25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2:40:06.007" v="240" actId="14100"/>
          <ac:spMkLst>
            <pc:docMk/>
            <pc:sldMk cId="3582549616" sldId="273"/>
            <ac:spMk id="22" creationId="{2F88C22D-909E-2259-AF45-9727FC8D9B84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2:40:50.243" v="261" actId="14100"/>
          <ac:spMkLst>
            <pc:docMk/>
            <pc:sldMk cId="3582549616" sldId="273"/>
            <ac:spMk id="24" creationId="{AD80E091-8DFB-3248-CF14-2C2C469307B9}"/>
          </ac:spMkLst>
        </pc:spChg>
        <pc:spChg chg="add del">
          <ac:chgData name="Hyunwoo Park/Vision SW Unit" userId="S::hyunwoo1418.park@lge.com::723d7ba9-f7bd-485c-ba0e-f726b6ed3f5f" providerId="AD" clId="Web-{A35A5E59-49E2-6ADF-09C1-68773595D3A8}" dt="2026-07-01T02:39:32.412" v="197"/>
          <ac:spMkLst>
            <pc:docMk/>
            <pc:sldMk cId="3582549616" sldId="273"/>
            <ac:spMk id="25" creationId="{E47D87BE-AB8B-4114-3ADC-AE4DC20CA4BE}"/>
          </ac:spMkLst>
        </pc:spChg>
        <pc:spChg chg="add del">
          <ac:chgData name="Hyunwoo Park/Vision SW Unit" userId="S::hyunwoo1418.park@lge.com::723d7ba9-f7bd-485c-ba0e-f726b6ed3f5f" providerId="AD" clId="Web-{A35A5E59-49E2-6ADF-09C1-68773595D3A8}" dt="2026-07-01T02:39:32.412" v="196"/>
          <ac:spMkLst>
            <pc:docMk/>
            <pc:sldMk cId="3582549616" sldId="273"/>
            <ac:spMk id="26" creationId="{191EC9D7-3FC0-FED1-AFFB-23120F7132D8}"/>
          </ac:spMkLst>
        </pc:spChg>
        <pc:spChg chg="add del">
          <ac:chgData name="Hyunwoo Park/Vision SW Unit" userId="S::hyunwoo1418.park@lge.com::723d7ba9-f7bd-485c-ba0e-f726b6ed3f5f" providerId="AD" clId="Web-{A35A5E59-49E2-6ADF-09C1-68773595D3A8}" dt="2026-07-01T02:39:32.412" v="195"/>
          <ac:spMkLst>
            <pc:docMk/>
            <pc:sldMk cId="3582549616" sldId="273"/>
            <ac:spMk id="27" creationId="{4D77576E-73FC-F11D-5610-77A0D88E44DA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2:40:06.023" v="241" actId="14100"/>
          <ac:spMkLst>
            <pc:docMk/>
            <pc:sldMk cId="3582549616" sldId="273"/>
            <ac:spMk id="28" creationId="{318BCEBC-583E-5673-3615-063E52FAF8A1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2:40:53.384" v="262" actId="14100"/>
          <ac:spMkLst>
            <pc:docMk/>
            <pc:sldMk cId="3582549616" sldId="273"/>
            <ac:spMk id="30" creationId="{874D9B44-CBB9-240D-A125-47EC1535E507}"/>
          </ac:spMkLst>
        </pc:spChg>
        <pc:spChg chg="add del">
          <ac:chgData name="Hyunwoo Park/Vision SW Unit" userId="S::hyunwoo1418.park@lge.com::723d7ba9-f7bd-485c-ba0e-f726b6ed3f5f" providerId="AD" clId="Web-{A35A5E59-49E2-6ADF-09C1-68773595D3A8}" dt="2026-07-01T02:39:32.412" v="194"/>
          <ac:spMkLst>
            <pc:docMk/>
            <pc:sldMk cId="3582549616" sldId="273"/>
            <ac:spMk id="31" creationId="{9986163E-4E3E-0830-66CA-5174E2DDF0A7}"/>
          </ac:spMkLst>
        </pc:spChg>
        <pc:spChg chg="add del">
          <ac:chgData name="Hyunwoo Park/Vision SW Unit" userId="S::hyunwoo1418.park@lge.com::723d7ba9-f7bd-485c-ba0e-f726b6ed3f5f" providerId="AD" clId="Web-{A35A5E59-49E2-6ADF-09C1-68773595D3A8}" dt="2026-07-01T02:39:32.412" v="193"/>
          <ac:spMkLst>
            <pc:docMk/>
            <pc:sldMk cId="3582549616" sldId="273"/>
            <ac:spMk id="32" creationId="{005135B5-792C-BAB2-67EB-6B2B14CD4374}"/>
          </ac:spMkLst>
        </pc:spChg>
        <pc:spChg chg="add del">
          <ac:chgData name="Hyunwoo Park/Vision SW Unit" userId="S::hyunwoo1418.park@lge.com::723d7ba9-f7bd-485c-ba0e-f726b6ed3f5f" providerId="AD" clId="Web-{A35A5E59-49E2-6ADF-09C1-68773595D3A8}" dt="2026-07-01T02:39:32.412" v="192"/>
          <ac:spMkLst>
            <pc:docMk/>
            <pc:sldMk cId="3582549616" sldId="273"/>
            <ac:spMk id="33" creationId="{B86960FC-0321-29E8-CA39-6A6709003E03}"/>
          </ac:spMkLst>
        </pc:spChg>
        <pc:spChg chg="add del">
          <ac:chgData name="Hyunwoo Park/Vision SW Unit" userId="S::hyunwoo1418.park@lge.com::723d7ba9-f7bd-485c-ba0e-f726b6ed3f5f" providerId="AD" clId="Web-{A35A5E59-49E2-6ADF-09C1-68773595D3A8}" dt="2026-07-01T02:39:32.412" v="191"/>
          <ac:spMkLst>
            <pc:docMk/>
            <pc:sldMk cId="3582549616" sldId="273"/>
            <ac:spMk id="34" creationId="{9B1142B8-53E7-9377-5B2A-B38C21894D78}"/>
          </ac:spMkLst>
        </pc:spChg>
        <pc:spChg chg="add del">
          <ac:chgData name="Hyunwoo Park/Vision SW Unit" userId="S::hyunwoo1418.park@lge.com::723d7ba9-f7bd-485c-ba0e-f726b6ed3f5f" providerId="AD" clId="Web-{A35A5E59-49E2-6ADF-09C1-68773595D3A8}" dt="2026-07-01T02:39:32.412" v="190"/>
          <ac:spMkLst>
            <pc:docMk/>
            <pc:sldMk cId="3582549616" sldId="273"/>
            <ac:spMk id="35" creationId="{FAD36035-5BD2-B246-D7EB-DEAD55E246A2}"/>
          </ac:spMkLst>
        </pc:spChg>
        <pc:spChg chg="add del">
          <ac:chgData name="Hyunwoo Park/Vision SW Unit" userId="S::hyunwoo1418.park@lge.com::723d7ba9-f7bd-485c-ba0e-f726b6ed3f5f" providerId="AD" clId="Web-{A35A5E59-49E2-6ADF-09C1-68773595D3A8}" dt="2026-07-01T02:39:32.412" v="189"/>
          <ac:spMkLst>
            <pc:docMk/>
            <pc:sldMk cId="3582549616" sldId="273"/>
            <ac:spMk id="36" creationId="{9649B88E-0408-F5F5-8EFB-18825B88DEEE}"/>
          </ac:spMkLst>
        </pc:spChg>
        <pc:spChg chg="add del">
          <ac:chgData name="Hyunwoo Park/Vision SW Unit" userId="S::hyunwoo1418.park@lge.com::723d7ba9-f7bd-485c-ba0e-f726b6ed3f5f" providerId="AD" clId="Web-{A35A5E59-49E2-6ADF-09C1-68773595D3A8}" dt="2026-07-01T02:39:32.412" v="188"/>
          <ac:spMkLst>
            <pc:docMk/>
            <pc:sldMk cId="3582549616" sldId="273"/>
            <ac:spMk id="37" creationId="{0B7688E1-98A6-06C6-876A-52AC234E88FF}"/>
          </ac:spMkLst>
        </pc:spChg>
        <pc:spChg chg="add del">
          <ac:chgData name="Hyunwoo Park/Vision SW Unit" userId="S::hyunwoo1418.park@lge.com::723d7ba9-f7bd-485c-ba0e-f726b6ed3f5f" providerId="AD" clId="Web-{A35A5E59-49E2-6ADF-09C1-68773595D3A8}" dt="2026-07-01T02:39:32.412" v="187"/>
          <ac:spMkLst>
            <pc:docMk/>
            <pc:sldMk cId="3582549616" sldId="273"/>
            <ac:spMk id="38" creationId="{E5023441-DF8C-9FF0-C839-AB4FBCF38061}"/>
          </ac:spMkLst>
        </pc:spChg>
        <pc:spChg chg="add del">
          <ac:chgData name="Hyunwoo Park/Vision SW Unit" userId="S::hyunwoo1418.park@lge.com::723d7ba9-f7bd-485c-ba0e-f726b6ed3f5f" providerId="AD" clId="Web-{A35A5E59-49E2-6ADF-09C1-68773595D3A8}" dt="2026-07-01T02:39:32.412" v="186"/>
          <ac:spMkLst>
            <pc:docMk/>
            <pc:sldMk cId="3582549616" sldId="273"/>
            <ac:spMk id="39" creationId="{AC42AC29-5371-0440-4652-22D5C8525791}"/>
          </ac:spMkLst>
        </pc:spChg>
        <pc:spChg chg="add del">
          <ac:chgData name="Hyunwoo Park/Vision SW Unit" userId="S::hyunwoo1418.park@lge.com::723d7ba9-f7bd-485c-ba0e-f726b6ed3f5f" providerId="AD" clId="Web-{A35A5E59-49E2-6ADF-09C1-68773595D3A8}" dt="2026-07-01T02:39:32.412" v="185"/>
          <ac:spMkLst>
            <pc:docMk/>
            <pc:sldMk cId="3582549616" sldId="273"/>
            <ac:spMk id="40" creationId="{E5905CD7-FD06-C45C-783D-F78EA7902981}"/>
          </ac:spMkLst>
        </pc:spChg>
        <pc:spChg chg="add del">
          <ac:chgData name="Hyunwoo Park/Vision SW Unit" userId="S::hyunwoo1418.park@lge.com::723d7ba9-f7bd-485c-ba0e-f726b6ed3f5f" providerId="AD" clId="Web-{A35A5E59-49E2-6ADF-09C1-68773595D3A8}" dt="2026-07-01T02:39:32.412" v="184"/>
          <ac:spMkLst>
            <pc:docMk/>
            <pc:sldMk cId="3582549616" sldId="273"/>
            <ac:spMk id="41" creationId="{AC188E2F-7869-9BA8-47C1-D0F422C11F79}"/>
          </ac:spMkLst>
        </pc:spChg>
        <pc:spChg chg="add del">
          <ac:chgData name="Hyunwoo Park/Vision SW Unit" userId="S::hyunwoo1418.park@lge.com::723d7ba9-f7bd-485c-ba0e-f726b6ed3f5f" providerId="AD" clId="Web-{A35A5E59-49E2-6ADF-09C1-68773595D3A8}" dt="2026-07-01T02:39:32.412" v="183"/>
          <ac:spMkLst>
            <pc:docMk/>
            <pc:sldMk cId="3582549616" sldId="273"/>
            <ac:spMk id="42" creationId="{BF2192DF-AE8D-FAA1-FC88-527D8D26649D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3:01:40.525" v="610"/>
          <ac:spMkLst>
            <pc:docMk/>
            <pc:sldMk cId="3582549616" sldId="273"/>
            <ac:spMk id="43" creationId="{63B626FA-559C-001A-EEA8-370521099B8A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5:37:07.993" v="1420" actId="1076"/>
          <ac:spMkLst>
            <pc:docMk/>
            <pc:sldMk cId="3582549616" sldId="273"/>
            <ac:spMk id="44" creationId="{670B129D-13C6-09CA-D846-73E2ADEA85FC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5:36:50.899" v="1418" actId="1076"/>
          <ac:spMkLst>
            <pc:docMk/>
            <pc:sldMk cId="3582549616" sldId="273"/>
            <ac:spMk id="45" creationId="{AF317C4C-72B1-EB47-BE0E-51A572ED624E}"/>
          </ac:spMkLst>
        </pc:spChg>
        <pc:spChg chg="add del mod">
          <ac:chgData name="Hyunwoo Park/Vision SW Unit" userId="S::hyunwoo1418.park@lge.com::723d7ba9-f7bd-485c-ba0e-f726b6ed3f5f" providerId="AD" clId="Web-{A35A5E59-49E2-6ADF-09C1-68773595D3A8}" dt="2026-07-01T03:07:52.943" v="970"/>
          <ac:spMkLst>
            <pc:docMk/>
            <pc:sldMk cId="3582549616" sldId="273"/>
            <ac:spMk id="46" creationId="{80ED4A8F-9C2C-66C6-29A4-75D22E5F65F6}"/>
          </ac:spMkLst>
        </pc:spChg>
        <pc:spChg chg="add del mod">
          <ac:chgData name="Hyunwoo Park/Vision SW Unit" userId="S::hyunwoo1418.park@lge.com::723d7ba9-f7bd-485c-ba0e-f726b6ed3f5f" providerId="AD" clId="Web-{A35A5E59-49E2-6ADF-09C1-68773595D3A8}" dt="2026-07-01T03:07:52.943" v="969"/>
          <ac:spMkLst>
            <pc:docMk/>
            <pc:sldMk cId="3582549616" sldId="273"/>
            <ac:spMk id="47" creationId="{D8BF8814-74DB-EE1B-7AE9-02C795EFB65B}"/>
          </ac:spMkLst>
        </pc:spChg>
        <pc:spChg chg="add del mod">
          <ac:chgData name="Hyunwoo Park/Vision SW Unit" userId="S::hyunwoo1418.park@lge.com::723d7ba9-f7bd-485c-ba0e-f726b6ed3f5f" providerId="AD" clId="Web-{A35A5E59-49E2-6ADF-09C1-68773595D3A8}" dt="2026-07-01T03:07:52.943" v="968"/>
          <ac:spMkLst>
            <pc:docMk/>
            <pc:sldMk cId="3582549616" sldId="273"/>
            <ac:spMk id="48" creationId="{CCA623B6-1C41-EDF8-42BA-1CEAF06EF4B2}"/>
          </ac:spMkLst>
        </pc:spChg>
        <pc:spChg chg="add del mod">
          <ac:chgData name="Hyunwoo Park/Vision SW Unit" userId="S::hyunwoo1418.park@lge.com::723d7ba9-f7bd-485c-ba0e-f726b6ed3f5f" providerId="AD" clId="Web-{A35A5E59-49E2-6ADF-09C1-68773595D3A8}" dt="2026-07-01T02:42:42.669" v="375"/>
          <ac:spMkLst>
            <pc:docMk/>
            <pc:sldMk cId="3582549616" sldId="273"/>
            <ac:spMk id="49" creationId="{F298BAD6-E5D4-92E2-8760-04D2931471C3}"/>
          </ac:spMkLst>
        </pc:spChg>
        <pc:spChg chg="add del mod">
          <ac:chgData name="Hyunwoo Park/Vision SW Unit" userId="S::hyunwoo1418.park@lge.com::723d7ba9-f7bd-485c-ba0e-f726b6ed3f5f" providerId="AD" clId="Web-{A35A5E59-49E2-6ADF-09C1-68773595D3A8}" dt="2026-07-01T02:42:42.669" v="374"/>
          <ac:spMkLst>
            <pc:docMk/>
            <pc:sldMk cId="3582549616" sldId="273"/>
            <ac:spMk id="50" creationId="{BEFD1EC8-F710-A472-C3CD-947A4068E117}"/>
          </ac:spMkLst>
        </pc:spChg>
        <pc:spChg chg="add del mod">
          <ac:chgData name="Hyunwoo Park/Vision SW Unit" userId="S::hyunwoo1418.park@lge.com::723d7ba9-f7bd-485c-ba0e-f726b6ed3f5f" providerId="AD" clId="Web-{A35A5E59-49E2-6ADF-09C1-68773595D3A8}" dt="2026-07-01T02:42:42.669" v="373"/>
          <ac:spMkLst>
            <pc:docMk/>
            <pc:sldMk cId="3582549616" sldId="273"/>
            <ac:spMk id="51" creationId="{554DE041-2306-E1A6-666A-9A0F62B440CC}"/>
          </ac:spMkLst>
        </pc:spChg>
        <pc:spChg chg="add del mod">
          <ac:chgData name="Hyunwoo Park/Vision SW Unit" userId="S::hyunwoo1418.park@lge.com::723d7ba9-f7bd-485c-ba0e-f726b6ed3f5f" providerId="AD" clId="Web-{A35A5E59-49E2-6ADF-09C1-68773595D3A8}" dt="2026-07-01T02:42:42.669" v="372"/>
          <ac:spMkLst>
            <pc:docMk/>
            <pc:sldMk cId="3582549616" sldId="273"/>
            <ac:spMk id="52" creationId="{96A29B83-96BE-3F32-E875-5E44AF141EE0}"/>
          </ac:spMkLst>
        </pc:spChg>
        <pc:spChg chg="add del mod">
          <ac:chgData name="Hyunwoo Park/Vision SW Unit" userId="S::hyunwoo1418.park@lge.com::723d7ba9-f7bd-485c-ba0e-f726b6ed3f5f" providerId="AD" clId="Web-{A35A5E59-49E2-6ADF-09C1-68773595D3A8}" dt="2026-07-01T02:42:42.669" v="371"/>
          <ac:spMkLst>
            <pc:docMk/>
            <pc:sldMk cId="3582549616" sldId="273"/>
            <ac:spMk id="53" creationId="{5056EB89-B38A-53BA-079C-B1EAAB22D55B}"/>
          </ac:spMkLst>
        </pc:spChg>
        <pc:spChg chg="add del mod">
          <ac:chgData name="Hyunwoo Park/Vision SW Unit" userId="S::hyunwoo1418.park@lge.com::723d7ba9-f7bd-485c-ba0e-f726b6ed3f5f" providerId="AD" clId="Web-{A35A5E59-49E2-6ADF-09C1-68773595D3A8}" dt="2026-07-01T02:42:42.669" v="370"/>
          <ac:spMkLst>
            <pc:docMk/>
            <pc:sldMk cId="3582549616" sldId="273"/>
            <ac:spMk id="54" creationId="{EC544A2C-8098-F768-58DA-27906F55D831}"/>
          </ac:spMkLst>
        </pc:spChg>
        <pc:spChg chg="add del mod">
          <ac:chgData name="Hyunwoo Park/Vision SW Unit" userId="S::hyunwoo1418.park@lge.com::723d7ba9-f7bd-485c-ba0e-f726b6ed3f5f" providerId="AD" clId="Web-{A35A5E59-49E2-6ADF-09C1-68773595D3A8}" dt="2026-07-01T02:42:42.669" v="369"/>
          <ac:spMkLst>
            <pc:docMk/>
            <pc:sldMk cId="3582549616" sldId="273"/>
            <ac:spMk id="55" creationId="{88E63028-3612-63B6-0160-6A625AAA543B}"/>
          </ac:spMkLst>
        </pc:spChg>
        <pc:spChg chg="add del mod">
          <ac:chgData name="Hyunwoo Park/Vision SW Unit" userId="S::hyunwoo1418.park@lge.com::723d7ba9-f7bd-485c-ba0e-f726b6ed3f5f" providerId="AD" clId="Web-{A35A5E59-49E2-6ADF-09C1-68773595D3A8}" dt="2026-07-01T02:42:42.669" v="368"/>
          <ac:spMkLst>
            <pc:docMk/>
            <pc:sldMk cId="3582549616" sldId="273"/>
            <ac:spMk id="56" creationId="{2C08E23F-4359-1474-C374-D7BF0F570822}"/>
          </ac:spMkLst>
        </pc:spChg>
        <pc:spChg chg="add del mod">
          <ac:chgData name="Hyunwoo Park/Vision SW Unit" userId="S::hyunwoo1418.park@lge.com::723d7ba9-f7bd-485c-ba0e-f726b6ed3f5f" providerId="AD" clId="Web-{A35A5E59-49E2-6ADF-09C1-68773595D3A8}" dt="2026-07-01T02:42:42.669" v="367"/>
          <ac:spMkLst>
            <pc:docMk/>
            <pc:sldMk cId="3582549616" sldId="273"/>
            <ac:spMk id="57" creationId="{3DF615CC-6D43-7129-8D3D-4664894777F4}"/>
          </ac:spMkLst>
        </pc:spChg>
        <pc:spChg chg="add del mod">
          <ac:chgData name="Hyunwoo Park/Vision SW Unit" userId="S::hyunwoo1418.park@lge.com::723d7ba9-f7bd-485c-ba0e-f726b6ed3f5f" providerId="AD" clId="Web-{A35A5E59-49E2-6ADF-09C1-68773595D3A8}" dt="2026-07-01T02:42:42.669" v="366"/>
          <ac:spMkLst>
            <pc:docMk/>
            <pc:sldMk cId="3582549616" sldId="273"/>
            <ac:spMk id="58" creationId="{E2B57557-FB47-CCC9-3CD9-D484E08FD3C0}"/>
          </ac:spMkLst>
        </pc:spChg>
        <pc:spChg chg="add del mod">
          <ac:chgData name="Hyunwoo Park/Vision SW Unit" userId="S::hyunwoo1418.park@lge.com::723d7ba9-f7bd-485c-ba0e-f726b6ed3f5f" providerId="AD" clId="Web-{A35A5E59-49E2-6ADF-09C1-68773595D3A8}" dt="2026-07-01T02:42:42.669" v="365"/>
          <ac:spMkLst>
            <pc:docMk/>
            <pc:sldMk cId="3582549616" sldId="273"/>
            <ac:spMk id="59" creationId="{C34837DC-7969-5452-95C2-090D446422C4}"/>
          </ac:spMkLst>
        </pc:spChg>
        <pc:spChg chg="add del mod">
          <ac:chgData name="Hyunwoo Park/Vision SW Unit" userId="S::hyunwoo1418.park@lge.com::723d7ba9-f7bd-485c-ba0e-f726b6ed3f5f" providerId="AD" clId="Web-{A35A5E59-49E2-6ADF-09C1-68773595D3A8}" dt="2026-07-01T02:42:42.669" v="364"/>
          <ac:spMkLst>
            <pc:docMk/>
            <pc:sldMk cId="3582549616" sldId="273"/>
            <ac:spMk id="60" creationId="{931FF1F4-8D33-FD77-76B1-5568B928D45D}"/>
          </ac:spMkLst>
        </pc:spChg>
        <pc:spChg chg="add del mod">
          <ac:chgData name="Hyunwoo Park/Vision SW Unit" userId="S::hyunwoo1418.park@lge.com::723d7ba9-f7bd-485c-ba0e-f726b6ed3f5f" providerId="AD" clId="Web-{A35A5E59-49E2-6ADF-09C1-68773595D3A8}" dt="2026-07-01T02:53:43.439" v="431"/>
          <ac:spMkLst>
            <pc:docMk/>
            <pc:sldMk cId="3582549616" sldId="273"/>
            <ac:spMk id="61" creationId="{1EE31132-1FC8-355F-1ECF-4AE59C33F1EA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3:14:12.786" v="1071" actId="1076"/>
          <ac:spMkLst>
            <pc:docMk/>
            <pc:sldMk cId="3582549616" sldId="273"/>
            <ac:spMk id="62" creationId="{183E0AC1-AA31-626E-C7E2-D51DD9DFF992}"/>
          </ac:spMkLst>
        </pc:spChg>
        <pc:spChg chg="add del mod">
          <ac:chgData name="Hyunwoo Park/Vision SW Unit" userId="S::hyunwoo1418.park@lge.com::723d7ba9-f7bd-485c-ba0e-f726b6ed3f5f" providerId="AD" clId="Web-{A35A5E59-49E2-6ADF-09C1-68773595D3A8}" dt="2026-07-01T02:53:55.690" v="433"/>
          <ac:spMkLst>
            <pc:docMk/>
            <pc:sldMk cId="3582549616" sldId="273"/>
            <ac:spMk id="63" creationId="{79091F87-FD72-6CEF-BB3B-575719B1842C}"/>
          </ac:spMkLst>
        </pc:spChg>
        <pc:spChg chg="add del mod">
          <ac:chgData name="Hyunwoo Park/Vision SW Unit" userId="S::hyunwoo1418.park@lge.com::723d7ba9-f7bd-485c-ba0e-f726b6ed3f5f" providerId="AD" clId="Web-{A35A5E59-49E2-6ADF-09C1-68773595D3A8}" dt="2026-07-01T03:07:52.943" v="967"/>
          <ac:spMkLst>
            <pc:docMk/>
            <pc:sldMk cId="3582549616" sldId="273"/>
            <ac:spMk id="64" creationId="{81E80DE3-CBA8-4FBD-94FE-88D86A65792D}"/>
          </ac:spMkLst>
        </pc:spChg>
        <pc:spChg chg="add del">
          <ac:chgData name="Hyunwoo Park/Vision SW Unit" userId="S::hyunwoo1418.park@lge.com::723d7ba9-f7bd-485c-ba0e-f726b6ed3f5f" providerId="AD" clId="Web-{A35A5E59-49E2-6ADF-09C1-68773595D3A8}" dt="2026-07-01T02:57:39.002" v="491"/>
          <ac:spMkLst>
            <pc:docMk/>
            <pc:sldMk cId="3582549616" sldId="273"/>
            <ac:spMk id="65" creationId="{A168BFD0-E29D-1403-3D69-9F10ADC6C8E1}"/>
          </ac:spMkLst>
        </pc:spChg>
        <pc:spChg chg="add del">
          <ac:chgData name="Hyunwoo Park/Vision SW Unit" userId="S::hyunwoo1418.park@lge.com::723d7ba9-f7bd-485c-ba0e-f726b6ed3f5f" providerId="AD" clId="Web-{A35A5E59-49E2-6ADF-09C1-68773595D3A8}" dt="2026-07-01T02:57:38.987" v="490"/>
          <ac:spMkLst>
            <pc:docMk/>
            <pc:sldMk cId="3582549616" sldId="273"/>
            <ac:spMk id="66" creationId="{AE64C615-62F9-B542-D46E-A6C0BD4E0433}"/>
          </ac:spMkLst>
        </pc:spChg>
        <pc:spChg chg="add del">
          <ac:chgData name="Hyunwoo Park/Vision SW Unit" userId="S::hyunwoo1418.park@lge.com::723d7ba9-f7bd-485c-ba0e-f726b6ed3f5f" providerId="AD" clId="Web-{A35A5E59-49E2-6ADF-09C1-68773595D3A8}" dt="2026-07-01T02:57:38.987" v="489"/>
          <ac:spMkLst>
            <pc:docMk/>
            <pc:sldMk cId="3582549616" sldId="273"/>
            <ac:spMk id="67" creationId="{B09C837E-53E7-682F-0C97-5B7E449A8963}"/>
          </ac:spMkLst>
        </pc:spChg>
        <pc:spChg chg="add del">
          <ac:chgData name="Hyunwoo Park/Vision SW Unit" userId="S::hyunwoo1418.park@lge.com::723d7ba9-f7bd-485c-ba0e-f726b6ed3f5f" providerId="AD" clId="Web-{A35A5E59-49E2-6ADF-09C1-68773595D3A8}" dt="2026-07-01T02:57:38.987" v="488"/>
          <ac:spMkLst>
            <pc:docMk/>
            <pc:sldMk cId="3582549616" sldId="273"/>
            <ac:spMk id="68" creationId="{0DD11DA0-1179-4E8A-1F0D-60BB48E9A1A5}"/>
          </ac:spMkLst>
        </pc:spChg>
        <pc:spChg chg="add del mod">
          <ac:chgData name="Hyunwoo Park/Vision SW Unit" userId="S::hyunwoo1418.park@lge.com::723d7ba9-f7bd-485c-ba0e-f726b6ed3f5f" providerId="AD" clId="Web-{A35A5E59-49E2-6ADF-09C1-68773595D3A8}" dt="2026-07-01T03:07:52.943" v="966"/>
          <ac:spMkLst>
            <pc:docMk/>
            <pc:sldMk cId="3582549616" sldId="273"/>
            <ac:spMk id="69" creationId="{C2EE83BA-54A6-6C12-8412-17883A847795}"/>
          </ac:spMkLst>
        </pc:spChg>
        <pc:spChg chg="add del mod">
          <ac:chgData name="Hyunwoo Park/Vision SW Unit" userId="S::hyunwoo1418.park@lge.com::723d7ba9-f7bd-485c-ba0e-f726b6ed3f5f" providerId="AD" clId="Web-{A35A5E59-49E2-6ADF-09C1-68773595D3A8}" dt="2026-07-01T03:07:52.943" v="965"/>
          <ac:spMkLst>
            <pc:docMk/>
            <pc:sldMk cId="3582549616" sldId="273"/>
            <ac:spMk id="70" creationId="{A4DD24D6-6FD0-EAF4-4D98-52933548BD8C}"/>
          </ac:spMkLst>
        </pc:spChg>
        <pc:spChg chg="add del mod">
          <ac:chgData name="Hyunwoo Park/Vision SW Unit" userId="S::hyunwoo1418.park@lge.com::723d7ba9-f7bd-485c-ba0e-f726b6ed3f5f" providerId="AD" clId="Web-{A35A5E59-49E2-6ADF-09C1-68773595D3A8}" dt="2026-07-01T03:07:52.943" v="964"/>
          <ac:spMkLst>
            <pc:docMk/>
            <pc:sldMk cId="3582549616" sldId="273"/>
            <ac:spMk id="71" creationId="{8E549E8E-186D-B985-6E0F-3E4D822BB236}"/>
          </ac:spMkLst>
        </pc:spChg>
        <pc:spChg chg="add del mod">
          <ac:chgData name="Hyunwoo Park/Vision SW Unit" userId="S::hyunwoo1418.park@lge.com::723d7ba9-f7bd-485c-ba0e-f726b6ed3f5f" providerId="AD" clId="Web-{A35A5E59-49E2-6ADF-09C1-68773595D3A8}" dt="2026-07-01T03:07:52.943" v="963"/>
          <ac:spMkLst>
            <pc:docMk/>
            <pc:sldMk cId="3582549616" sldId="273"/>
            <ac:spMk id="72" creationId="{FDCAE844-8334-CBB7-25C4-EC1FED6C3019}"/>
          </ac:spMkLst>
        </pc:spChg>
        <pc:spChg chg="add del mod">
          <ac:chgData name="Hyunwoo Park/Vision SW Unit" userId="S::hyunwoo1418.park@lge.com::723d7ba9-f7bd-485c-ba0e-f726b6ed3f5f" providerId="AD" clId="Web-{A35A5E59-49E2-6ADF-09C1-68773595D3A8}" dt="2026-07-01T03:06:35.394" v="860"/>
          <ac:spMkLst>
            <pc:docMk/>
            <pc:sldMk cId="3582549616" sldId="273"/>
            <ac:spMk id="73" creationId="{CEA66F2E-731E-2AFE-BE7F-F38415617F11}"/>
          </ac:spMkLst>
        </pc:spChg>
        <pc:spChg chg="add del mod">
          <ac:chgData name="Hyunwoo Park/Vision SW Unit" userId="S::hyunwoo1418.park@lge.com::723d7ba9-f7bd-485c-ba0e-f726b6ed3f5f" providerId="AD" clId="Web-{A35A5E59-49E2-6ADF-09C1-68773595D3A8}" dt="2026-07-01T03:06:35.394" v="859"/>
          <ac:spMkLst>
            <pc:docMk/>
            <pc:sldMk cId="3582549616" sldId="273"/>
            <ac:spMk id="74" creationId="{5BE47C07-1219-AFEA-35C4-F04984251B58}"/>
          </ac:spMkLst>
        </pc:spChg>
        <pc:spChg chg="add del mod">
          <ac:chgData name="Hyunwoo Park/Vision SW Unit" userId="S::hyunwoo1418.park@lge.com::723d7ba9-f7bd-485c-ba0e-f726b6ed3f5f" providerId="AD" clId="Web-{A35A5E59-49E2-6ADF-09C1-68773595D3A8}" dt="2026-07-01T03:06:35.394" v="858"/>
          <ac:spMkLst>
            <pc:docMk/>
            <pc:sldMk cId="3582549616" sldId="273"/>
            <ac:spMk id="75" creationId="{9C7E14A6-0834-2B12-DDD9-EAAF24C055EA}"/>
          </ac:spMkLst>
        </pc:spChg>
        <pc:spChg chg="add del mod">
          <ac:chgData name="Hyunwoo Park/Vision SW Unit" userId="S::hyunwoo1418.park@lge.com::723d7ba9-f7bd-485c-ba0e-f726b6ed3f5f" providerId="AD" clId="Web-{A35A5E59-49E2-6ADF-09C1-68773595D3A8}" dt="2026-07-01T03:06:35.394" v="857"/>
          <ac:spMkLst>
            <pc:docMk/>
            <pc:sldMk cId="3582549616" sldId="273"/>
            <ac:spMk id="76" creationId="{148449AA-DABB-7143-1291-9DFB4397F636}"/>
          </ac:spMkLst>
        </pc:spChg>
        <pc:graphicFrameChg chg="add del mod modGraphic">
          <ac:chgData name="Hyunwoo Park/Vision SW Unit" userId="S::hyunwoo1418.park@lge.com::723d7ba9-f7bd-485c-ba0e-f726b6ed3f5f" providerId="AD" clId="Web-{A35A5E59-49E2-6ADF-09C1-68773595D3A8}" dt="2026-07-01T02:59:44.428" v="559"/>
          <ac:graphicFrameMkLst>
            <pc:docMk/>
            <pc:sldMk cId="3582549616" sldId="273"/>
            <ac:graphicFrameMk id="77" creationId="{16FB6103-07E5-0175-F817-8E0F5C415C25}"/>
          </ac:graphicFrameMkLst>
        </pc:graphicFrameChg>
        <pc:graphicFrameChg chg="add mod modGraphic">
          <ac:chgData name="Hyunwoo Park/Vision SW Unit" userId="S::hyunwoo1418.park@lge.com::723d7ba9-f7bd-485c-ba0e-f726b6ed3f5f" providerId="AD" clId="Web-{A35A5E59-49E2-6ADF-09C1-68773595D3A8}" dt="2026-07-01T03:17:16.277" v="1308"/>
          <ac:graphicFrameMkLst>
            <pc:docMk/>
            <pc:sldMk cId="3582549616" sldId="273"/>
            <ac:graphicFrameMk id="78" creationId="{9B5D647D-4AD6-A508-8503-6F4F3D5535A1}"/>
          </ac:graphicFrameMkLst>
        </pc:graphicFrameChg>
        <pc:picChg chg="add del mod">
          <ac:chgData name="Hyunwoo Park/Vision SW Unit" userId="S::hyunwoo1418.park@lge.com::723d7ba9-f7bd-485c-ba0e-f726b6ed3f5f" providerId="AD" clId="Web-{A35A5E59-49E2-6ADF-09C1-68773595D3A8}" dt="2026-07-01T02:38:42.004" v="164"/>
          <ac:picMkLst>
            <pc:docMk/>
            <pc:sldMk cId="3582549616" sldId="273"/>
            <ac:picMk id="13" creationId="{2AB16927-3335-4708-7B77-BD8A8A819DBA}"/>
          </ac:picMkLst>
        </pc:picChg>
        <pc:picChg chg="del">
          <ac:chgData name="Hyunwoo Park/Vision SW Unit" userId="S::hyunwoo1418.park@lge.com::723d7ba9-f7bd-485c-ba0e-f726b6ed3f5f" providerId="AD" clId="Web-{A35A5E59-49E2-6ADF-09C1-68773595D3A8}" dt="2026-07-01T02:07:51.504" v="125"/>
          <ac:picMkLst>
            <pc:docMk/>
            <pc:sldMk cId="3582549616" sldId="273"/>
            <ac:picMk id="15" creationId="{4022683B-7E32-33D8-D9F8-52D4B5D10920}"/>
          </ac:picMkLst>
        </pc:picChg>
      </pc:sldChg>
      <pc:sldChg chg="addSp delSp modSp add replId">
        <pc:chgData name="Hyunwoo Park/Vision SW Unit" userId="S::hyunwoo1418.park@lge.com::723d7ba9-f7bd-485c-ba0e-f726b6ed3f5f" providerId="AD" clId="Web-{A35A5E59-49E2-6ADF-09C1-68773595D3A8}" dt="2026-07-01T06:50:02.250" v="1644" actId="1076"/>
        <pc:sldMkLst>
          <pc:docMk/>
          <pc:sldMk cId="522393919" sldId="274"/>
        </pc:sldMkLst>
        <pc:spChg chg="mod">
          <ac:chgData name="Hyunwoo Park/Vision SW Unit" userId="S::hyunwoo1418.park@lge.com::723d7ba9-f7bd-485c-ba0e-f726b6ed3f5f" providerId="AD" clId="Web-{A35A5E59-49E2-6ADF-09C1-68773595D3A8}" dt="2026-07-01T06:11:40.791" v="1500" actId="20577"/>
          <ac:spMkLst>
            <pc:docMk/>
            <pc:sldMk cId="522393919" sldId="274"/>
            <ac:spMk id="3" creationId="{513AFB13-1332-8BCC-B185-1EACD37354C4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5:40:58.610" v="1426" actId="14100"/>
          <ac:spMkLst>
            <pc:docMk/>
            <pc:sldMk cId="522393919" sldId="274"/>
            <ac:spMk id="6" creationId="{F5C9DD4A-DEEB-4192-9DB3-A5793DCF62F2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6:49:33.765" v="1639" actId="20577"/>
          <ac:spMkLst>
            <pc:docMk/>
            <pc:sldMk cId="522393919" sldId="274"/>
            <ac:spMk id="7" creationId="{2905E5BE-4831-967A-388F-2412BCC15746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5:41:25.282" v="1450" actId="1076"/>
          <ac:spMkLst>
            <pc:docMk/>
            <pc:sldMk cId="522393919" sldId="274"/>
            <ac:spMk id="9" creationId="{B3914765-B9DA-9051-DBDB-5394A0175228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5:40:58.625" v="1427" actId="14100"/>
          <ac:spMkLst>
            <pc:docMk/>
            <pc:sldMk cId="522393919" sldId="274"/>
            <ac:spMk id="10" creationId="{DE6654AC-351F-210E-D828-E6D312EBF177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6:45:33.008" v="1638" actId="20577"/>
          <ac:spMkLst>
            <pc:docMk/>
            <pc:sldMk cId="522393919" sldId="274"/>
            <ac:spMk id="14" creationId="{2CF5BD97-5870-74F9-67CB-BEE1A87F5418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5:40:58.641" v="1428" actId="14100"/>
          <ac:spMkLst>
            <pc:docMk/>
            <pc:sldMk cId="522393919" sldId="274"/>
            <ac:spMk id="16" creationId="{66DB7B0F-A106-64CB-D0CF-8379373F932C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6:49:47.719" v="1640" actId="1076"/>
          <ac:spMkLst>
            <pc:docMk/>
            <pc:sldMk cId="522393919" sldId="274"/>
            <ac:spMk id="18" creationId="{5A160986-D32E-73DF-24C5-7691811C41E1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5:41:40.095" v="1470" actId="1076"/>
          <ac:spMkLst>
            <pc:docMk/>
            <pc:sldMk cId="522393919" sldId="274"/>
            <ac:spMk id="19" creationId="{3D7862D6-775C-583F-189A-8B8F9840D865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5:41:25.361" v="1453" actId="1076"/>
          <ac:spMkLst>
            <pc:docMk/>
            <pc:sldMk cId="522393919" sldId="274"/>
            <ac:spMk id="21" creationId="{5FA471D2-0BBF-3F21-5E8F-1B3CC6FE90A8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5:40:58.657" v="1429" actId="14100"/>
          <ac:spMkLst>
            <pc:docMk/>
            <pc:sldMk cId="522393919" sldId="274"/>
            <ac:spMk id="22" creationId="{CA387638-EA4E-D1F8-F85C-39C0D31E55A4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6:49:51.938" v="1641" actId="1076"/>
          <ac:spMkLst>
            <pc:docMk/>
            <pc:sldMk cId="522393919" sldId="274"/>
            <ac:spMk id="24" creationId="{628BA1CB-49BC-27FE-0A0F-4D6065938ECC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5:42:23.378" v="1475" actId="1076"/>
          <ac:spMkLst>
            <pc:docMk/>
            <pc:sldMk cId="522393919" sldId="274"/>
            <ac:spMk id="26" creationId="{9063971C-15C3-F1B6-1DC3-FF147E89648F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6:49:57.547" v="1643" actId="1076"/>
          <ac:spMkLst>
            <pc:docMk/>
            <pc:sldMk cId="522393919" sldId="274"/>
            <ac:spMk id="28" creationId="{7E52CA41-2ED0-2A7E-BDD8-B3E9D99021A9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6:50:02.250" v="1644" actId="1076"/>
          <ac:spMkLst>
            <pc:docMk/>
            <pc:sldMk cId="522393919" sldId="274"/>
            <ac:spMk id="30" creationId="{4145B49A-4F5A-17C4-FE9B-531A53B47ECB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5:41:25.407" v="1455" actId="1076"/>
          <ac:spMkLst>
            <pc:docMk/>
            <pc:sldMk cId="522393919" sldId="274"/>
            <ac:spMk id="31" creationId="{33F76E84-55EB-F81F-5F06-8DE6FDBF3D40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5:41:25.439" v="1456" actId="1076"/>
          <ac:spMkLst>
            <pc:docMk/>
            <pc:sldMk cId="522393919" sldId="274"/>
            <ac:spMk id="33" creationId="{41982040-8A3A-9890-CFB3-BBC94FF8EC3C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5:42:31.191" v="1476" actId="1076"/>
          <ac:spMkLst>
            <pc:docMk/>
            <pc:sldMk cId="522393919" sldId="274"/>
            <ac:spMk id="35" creationId="{72AB557B-74EA-575A-427E-D3A388D2E1E1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5:41:25.501" v="1458" actId="1076"/>
          <ac:spMkLst>
            <pc:docMk/>
            <pc:sldMk cId="522393919" sldId="274"/>
            <ac:spMk id="37" creationId="{BF01DAA0-3301-266F-7C4A-D22F1AAC0DE3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5:41:25.517" v="1459" actId="1076"/>
          <ac:spMkLst>
            <pc:docMk/>
            <pc:sldMk cId="522393919" sldId="274"/>
            <ac:spMk id="39" creationId="{2E018FAF-8554-B0E6-9468-F9A3BDC8D592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5:42:37.113" v="1477" actId="1076"/>
          <ac:spMkLst>
            <pc:docMk/>
            <pc:sldMk cId="522393919" sldId="274"/>
            <ac:spMk id="41" creationId="{9BD57CC4-35A0-13BA-430E-CA6AD634A4DB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5:41:25.579" v="1461" actId="1076"/>
          <ac:spMkLst>
            <pc:docMk/>
            <pc:sldMk cId="522393919" sldId="274"/>
            <ac:spMk id="43" creationId="{982A7F09-3FF3-C4DB-B4BF-7BD5C536216B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5:41:25.595" v="1462" actId="1076"/>
          <ac:spMkLst>
            <pc:docMk/>
            <pc:sldMk cId="522393919" sldId="274"/>
            <ac:spMk id="45" creationId="{00629F47-9E14-BF5E-2AC3-0212BC119762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5:42:42.597" v="1478" actId="1076"/>
          <ac:spMkLst>
            <pc:docMk/>
            <pc:sldMk cId="522393919" sldId="274"/>
            <ac:spMk id="47" creationId="{8CDC7919-FD94-5342-3609-2A76670F2C83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5:41:25.657" v="1464" actId="1076"/>
          <ac:spMkLst>
            <pc:docMk/>
            <pc:sldMk cId="522393919" sldId="274"/>
            <ac:spMk id="49" creationId="{DF29BD84-DA8A-0F69-6280-8607EE44F9A6}"/>
          </ac:spMkLst>
        </pc:spChg>
        <pc:spChg chg="add del mod">
          <ac:chgData name="Hyunwoo Park/Vision SW Unit" userId="S::hyunwoo1418.park@lge.com::723d7ba9-f7bd-485c-ba0e-f726b6ed3f5f" providerId="AD" clId="Web-{A35A5E59-49E2-6ADF-09C1-68773595D3A8}" dt="2026-07-01T06:04:04.590" v="1496"/>
          <ac:spMkLst>
            <pc:docMk/>
            <pc:sldMk cId="522393919" sldId="274"/>
            <ac:spMk id="51" creationId="{AF566F6F-C5F9-6D4E-C98B-CC992C33E3EF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5:41:25.704" v="1466" actId="1076"/>
          <ac:spMkLst>
            <pc:docMk/>
            <pc:sldMk cId="522393919" sldId="274"/>
            <ac:spMk id="53" creationId="{46933706-6D1C-7863-5674-AF8CD311E3C9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5:42:46.957" v="1479" actId="1076"/>
          <ac:spMkLst>
            <pc:docMk/>
            <pc:sldMk cId="522393919" sldId="274"/>
            <ac:spMk id="55" creationId="{AE3EF6BF-35EA-7528-8356-FCCF9B74EE6F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5:41:25.767" v="1468" actId="1076"/>
          <ac:spMkLst>
            <pc:docMk/>
            <pc:sldMk cId="522393919" sldId="274"/>
            <ac:spMk id="57" creationId="{09C503C8-B6DE-41B4-DB77-44540A709266}"/>
          </ac:spMkLst>
        </pc:spChg>
      </pc:sldChg>
      <pc:sldChg chg="addSp delSp modSp add del mod replId setBg">
        <pc:chgData name="Hyunwoo Park/Vision SW Unit" userId="S::hyunwoo1418.park@lge.com::723d7ba9-f7bd-485c-ba0e-f726b6ed3f5f" providerId="AD" clId="Web-{A35A5E59-49E2-6ADF-09C1-68773595D3A8}" dt="2026-07-01T04:38:33.091" v="1321"/>
        <pc:sldMkLst>
          <pc:docMk/>
          <pc:sldMk cId="2054667283" sldId="275"/>
        </pc:sldMkLst>
        <pc:spChg chg="del">
          <ac:chgData name="Hyunwoo Park/Vision SW Unit" userId="S::hyunwoo1418.park@lge.com::723d7ba9-f7bd-485c-ba0e-f726b6ed3f5f" providerId="AD" clId="Web-{A35A5E59-49E2-6ADF-09C1-68773595D3A8}" dt="2026-07-01T02:26:15.791" v="149"/>
          <ac:spMkLst>
            <pc:docMk/>
            <pc:sldMk cId="2054667283" sldId="275"/>
            <ac:spMk id="2" creationId="{F4B42371-F9E8-61D8-08AA-C2FD0065CA87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2:26:15.791" v="148"/>
          <ac:spMkLst>
            <pc:docMk/>
            <pc:sldMk cId="2054667283" sldId="275"/>
            <ac:spMk id="3" creationId="{41866251-B394-6D81-5E39-CCE9532A031C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2:26:15.776" v="131"/>
          <ac:spMkLst>
            <pc:docMk/>
            <pc:sldMk cId="2054667283" sldId="275"/>
            <ac:spMk id="4" creationId="{0F9A1ABE-6EE4-CF99-C5CD-FBEAA246232B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2:26:15.776" v="132"/>
          <ac:spMkLst>
            <pc:docMk/>
            <pc:sldMk cId="2054667283" sldId="275"/>
            <ac:spMk id="5" creationId="{185F4D69-371D-4BAA-2D43-96CFE9E39FDB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2:26:15.791" v="147"/>
          <ac:spMkLst>
            <pc:docMk/>
            <pc:sldMk cId="2054667283" sldId="275"/>
            <ac:spMk id="6" creationId="{9A2ECD12-FCA3-730D-6791-7E0A8CB79270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2:26:15.791" v="146"/>
          <ac:spMkLst>
            <pc:docMk/>
            <pc:sldMk cId="2054667283" sldId="275"/>
            <ac:spMk id="7" creationId="{D6E26AD7-761D-9FFE-2BA1-F601A0A3AEAF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2:26:15.791" v="145"/>
          <ac:spMkLst>
            <pc:docMk/>
            <pc:sldMk cId="2054667283" sldId="275"/>
            <ac:spMk id="8" creationId="{B1B7E882-B9FE-BEB9-A6B5-EA9B7115D13B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2:26:15.776" v="130"/>
          <ac:spMkLst>
            <pc:docMk/>
            <pc:sldMk cId="2054667283" sldId="275"/>
            <ac:spMk id="9" creationId="{764E1787-DC1C-CE0E-9AF3-A5B6DB1ECA50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2:26:15.791" v="144"/>
          <ac:spMkLst>
            <pc:docMk/>
            <pc:sldMk cId="2054667283" sldId="275"/>
            <ac:spMk id="10" creationId="{49240A8C-E81F-86AD-8D64-D105C2BAFDAE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2:26:15.791" v="143"/>
          <ac:spMkLst>
            <pc:docMk/>
            <pc:sldMk cId="2054667283" sldId="275"/>
            <ac:spMk id="11" creationId="{1434D5C6-2F23-E1DF-0F1A-9DECAC970E36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2:26:15.791" v="142"/>
          <ac:spMkLst>
            <pc:docMk/>
            <pc:sldMk cId="2054667283" sldId="275"/>
            <ac:spMk id="12" creationId="{F0D38D9C-DEB1-9B7D-2727-D81819159472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2:26:15.776" v="129"/>
          <ac:spMkLst>
            <pc:docMk/>
            <pc:sldMk cId="2054667283" sldId="275"/>
            <ac:spMk id="14" creationId="{38925616-0E30-2139-0C5B-80625D85BFC6}"/>
          </ac:spMkLst>
        </pc:spChg>
        <pc:spChg chg="add del">
          <ac:chgData name="Hyunwoo Park/Vision SW Unit" userId="S::hyunwoo1418.park@lge.com::723d7ba9-f7bd-485c-ba0e-f726b6ed3f5f" providerId="AD" clId="Web-{A35A5E59-49E2-6ADF-09C1-68773595D3A8}" dt="2026-07-01T02:26:28.745" v="154"/>
          <ac:spMkLst>
            <pc:docMk/>
            <pc:sldMk cId="2054667283" sldId="275"/>
            <ac:spMk id="15" creationId="{F3060C83-F051-4F0E-ABAD-AA0DFC48B218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2:26:15.791" v="141"/>
          <ac:spMkLst>
            <pc:docMk/>
            <pc:sldMk cId="2054667283" sldId="275"/>
            <ac:spMk id="16" creationId="{9735B1A4-5CE1-DA52-2742-E3AE612EB744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2:26:15.791" v="140"/>
          <ac:spMkLst>
            <pc:docMk/>
            <pc:sldMk cId="2054667283" sldId="275"/>
            <ac:spMk id="17" creationId="{4F53944D-9E33-50ED-5D72-B19820D4B771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2:26:15.791" v="139"/>
          <ac:spMkLst>
            <pc:docMk/>
            <pc:sldMk cId="2054667283" sldId="275"/>
            <ac:spMk id="18" creationId="{7D7B3262-10FF-9B28-1DA8-251C5CF0459B}"/>
          </ac:spMkLst>
        </pc:spChg>
        <pc:spChg chg="add del">
          <ac:chgData name="Hyunwoo Park/Vision SW Unit" userId="S::hyunwoo1418.park@lge.com::723d7ba9-f7bd-485c-ba0e-f726b6ed3f5f" providerId="AD" clId="Web-{A35A5E59-49E2-6ADF-09C1-68773595D3A8}" dt="2026-07-01T02:26:28.745" v="154"/>
          <ac:spMkLst>
            <pc:docMk/>
            <pc:sldMk cId="2054667283" sldId="275"/>
            <ac:spMk id="19" creationId="{29FDB030-9B49-4CED-8CCD-4D99382388AC}"/>
          </ac:spMkLst>
        </pc:spChg>
        <pc:spChg chg="add del">
          <ac:chgData name="Hyunwoo Park/Vision SW Unit" userId="S::hyunwoo1418.park@lge.com::723d7ba9-f7bd-485c-ba0e-f726b6ed3f5f" providerId="AD" clId="Web-{A35A5E59-49E2-6ADF-09C1-68773595D3A8}" dt="2026-07-01T02:26:28.745" v="154"/>
          <ac:spMkLst>
            <pc:docMk/>
            <pc:sldMk cId="2054667283" sldId="275"/>
            <ac:spMk id="20" creationId="{83C98ABE-055B-441F-B07E-44F97F083C39}"/>
          </ac:spMkLst>
        </pc:spChg>
        <pc:spChg chg="add del">
          <ac:chgData name="Hyunwoo Park/Vision SW Unit" userId="S::hyunwoo1418.park@lge.com::723d7ba9-f7bd-485c-ba0e-f726b6ed3f5f" providerId="AD" clId="Web-{A35A5E59-49E2-6ADF-09C1-68773595D3A8}" dt="2026-07-01T02:26:28.745" v="154"/>
          <ac:spMkLst>
            <pc:docMk/>
            <pc:sldMk cId="2054667283" sldId="275"/>
            <ac:spMk id="21" creationId="{3783CA14-24A1-485C-8B30-D6A5D87987AD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2:26:15.791" v="138"/>
          <ac:spMkLst>
            <pc:docMk/>
            <pc:sldMk cId="2054667283" sldId="275"/>
            <ac:spMk id="22" creationId="{A788E02C-6F76-BBB1-39D4-AFB83B47D087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2:26:15.791" v="137"/>
          <ac:spMkLst>
            <pc:docMk/>
            <pc:sldMk cId="2054667283" sldId="275"/>
            <ac:spMk id="23" creationId="{DDD4A512-F397-2972-9ABF-27ABBC22F8A7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2:26:15.791" v="136"/>
          <ac:spMkLst>
            <pc:docMk/>
            <pc:sldMk cId="2054667283" sldId="275"/>
            <ac:spMk id="24" creationId="{E3C779BC-82BF-EB17-90E5-AFF01EF42055}"/>
          </ac:spMkLst>
        </pc:spChg>
        <pc:spChg chg="add del">
          <ac:chgData name="Hyunwoo Park/Vision SW Unit" userId="S::hyunwoo1418.park@lge.com::723d7ba9-f7bd-485c-ba0e-f726b6ed3f5f" providerId="AD" clId="Web-{A35A5E59-49E2-6ADF-09C1-68773595D3A8}" dt="2026-07-01T02:26:28.745" v="154"/>
          <ac:spMkLst>
            <pc:docMk/>
            <pc:sldMk cId="2054667283" sldId="275"/>
            <ac:spMk id="25" creationId="{FF9F2414-84E8-453E-B1F3-389FDE8192D9}"/>
          </ac:spMkLst>
        </pc:spChg>
        <pc:spChg chg="add del">
          <ac:chgData name="Hyunwoo Park/Vision SW Unit" userId="S::hyunwoo1418.park@lge.com::723d7ba9-f7bd-485c-ba0e-f726b6ed3f5f" providerId="AD" clId="Web-{A35A5E59-49E2-6ADF-09C1-68773595D3A8}" dt="2026-07-01T02:26:28.745" v="154"/>
          <ac:spMkLst>
            <pc:docMk/>
            <pc:sldMk cId="2054667283" sldId="275"/>
            <ac:spMk id="26" creationId="{9A97C86A-04D6-40F7-AE84-31AB43E6A846}"/>
          </ac:spMkLst>
        </pc:spChg>
        <pc:spChg chg="add del">
          <ac:chgData name="Hyunwoo Park/Vision SW Unit" userId="S::hyunwoo1418.park@lge.com::723d7ba9-f7bd-485c-ba0e-f726b6ed3f5f" providerId="AD" clId="Web-{A35A5E59-49E2-6ADF-09C1-68773595D3A8}" dt="2026-07-01T02:26:28.745" v="154"/>
          <ac:spMkLst>
            <pc:docMk/>
            <pc:sldMk cId="2054667283" sldId="275"/>
            <ac:spMk id="27" creationId="{3ECA69A1-7536-43AC-85EF-C7106179F5ED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2:26:15.791" v="135"/>
          <ac:spMkLst>
            <pc:docMk/>
            <pc:sldMk cId="2054667283" sldId="275"/>
            <ac:spMk id="28" creationId="{7486DD89-8564-A1CC-D8EA-5BC3E6455156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2:26:15.791" v="134"/>
          <ac:spMkLst>
            <pc:docMk/>
            <pc:sldMk cId="2054667283" sldId="275"/>
            <ac:spMk id="29" creationId="{66E2233A-6117-E8B5-4FF9-5C7227BADCF0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2:26:15.776" v="133"/>
          <ac:spMkLst>
            <pc:docMk/>
            <pc:sldMk cId="2054667283" sldId="275"/>
            <ac:spMk id="30" creationId="{C26EAE8F-6AC1-4DA7-9950-78912C314C11}"/>
          </ac:spMkLst>
        </pc:spChg>
        <pc:spChg chg="add">
          <ac:chgData name="Hyunwoo Park/Vision SW Unit" userId="S::hyunwoo1418.park@lge.com::723d7ba9-f7bd-485c-ba0e-f726b6ed3f5f" providerId="AD" clId="Web-{A35A5E59-49E2-6ADF-09C1-68773595D3A8}" dt="2026-07-01T02:26:28.745" v="155"/>
          <ac:spMkLst>
            <pc:docMk/>
            <pc:sldMk cId="2054667283" sldId="275"/>
            <ac:spMk id="31" creationId="{86FF76B9-219D-4469-AF87-0236D29032F1}"/>
          </ac:spMkLst>
        </pc:spChg>
        <pc:spChg chg="add">
          <ac:chgData name="Hyunwoo Park/Vision SW Unit" userId="S::hyunwoo1418.park@lge.com::723d7ba9-f7bd-485c-ba0e-f726b6ed3f5f" providerId="AD" clId="Web-{A35A5E59-49E2-6ADF-09C1-68773595D3A8}" dt="2026-07-01T02:26:28.745" v="155"/>
          <ac:spMkLst>
            <pc:docMk/>
            <pc:sldMk cId="2054667283" sldId="275"/>
            <ac:spMk id="35" creationId="{2E80C965-DB6D-4F81-9E9E-B027384D0BD6}"/>
          </ac:spMkLst>
        </pc:spChg>
        <pc:spChg chg="add">
          <ac:chgData name="Hyunwoo Park/Vision SW Unit" userId="S::hyunwoo1418.park@lge.com::723d7ba9-f7bd-485c-ba0e-f726b6ed3f5f" providerId="AD" clId="Web-{A35A5E59-49E2-6ADF-09C1-68773595D3A8}" dt="2026-07-01T02:26:28.745" v="155"/>
          <ac:spMkLst>
            <pc:docMk/>
            <pc:sldMk cId="2054667283" sldId="275"/>
            <ac:spMk id="36" creationId="{633C5E46-DAC5-4661-9C87-22B08E2A512F}"/>
          </ac:spMkLst>
        </pc:spChg>
        <pc:grpChg chg="add">
          <ac:chgData name="Hyunwoo Park/Vision SW Unit" userId="S::hyunwoo1418.park@lge.com::723d7ba9-f7bd-485c-ba0e-f726b6ed3f5f" providerId="AD" clId="Web-{A35A5E59-49E2-6ADF-09C1-68773595D3A8}" dt="2026-07-01T02:26:28.745" v="155"/>
          <ac:grpSpMkLst>
            <pc:docMk/>
            <pc:sldMk cId="2054667283" sldId="275"/>
            <ac:grpSpMk id="32" creationId="{DB88BD78-87E1-424D-B479-C37D8E41B12E}"/>
          </ac:grpSpMkLst>
        </pc:grpChg>
        <pc:picChg chg="add del mod">
          <ac:chgData name="Hyunwoo Park/Vision SW Unit" userId="S::hyunwoo1418.park@lge.com::723d7ba9-f7bd-485c-ba0e-f726b6ed3f5f" providerId="AD" clId="Web-{A35A5E59-49E2-6ADF-09C1-68773595D3A8}" dt="2026-07-01T02:31:43.848" v="156"/>
          <ac:picMkLst>
            <pc:docMk/>
            <pc:sldMk cId="2054667283" sldId="275"/>
            <ac:picMk id="13" creationId="{2F86E7AA-ECF6-5923-4B73-60DFC64D5E2B}"/>
          </ac:picMkLst>
        </pc:picChg>
        <pc:picChg chg="add del mod">
          <ac:chgData name="Hyunwoo Park/Vision SW Unit" userId="S::hyunwoo1418.park@lge.com::723d7ba9-f7bd-485c-ba0e-f726b6ed3f5f" providerId="AD" clId="Web-{A35A5E59-49E2-6ADF-09C1-68773595D3A8}" dt="2026-07-01T02:34:33.681" v="158"/>
          <ac:picMkLst>
            <pc:docMk/>
            <pc:sldMk cId="2054667283" sldId="275"/>
            <ac:picMk id="37" creationId="{D02F9A2D-B7E6-0132-8043-6050248F4741}"/>
          </ac:picMkLst>
        </pc:picChg>
      </pc:sldChg>
      <pc:sldChg chg="addSp delSp modSp add del ord replId">
        <pc:chgData name="Hyunwoo Park/Vision SW Unit" userId="S::hyunwoo1418.park@lge.com::723d7ba9-f7bd-485c-ba0e-f726b6ed3f5f" providerId="AD" clId="Web-{A35A5E59-49E2-6ADF-09C1-68773595D3A8}" dt="2026-07-01T09:09:26.564" v="2196"/>
        <pc:sldMkLst>
          <pc:docMk/>
          <pc:sldMk cId="323903462" sldId="276"/>
        </pc:sldMkLst>
        <pc:spChg chg="del">
          <ac:chgData name="Hyunwoo Park/Vision SW Unit" userId="S::hyunwoo1418.park@lge.com::723d7ba9-f7bd-485c-ba0e-f726b6ed3f5f" providerId="AD" clId="Web-{A35A5E59-49E2-6ADF-09C1-68773595D3A8}" dt="2026-07-01T09:01:27.205" v="2059"/>
          <ac:spMkLst>
            <pc:docMk/>
            <pc:sldMk cId="323903462" sldId="276"/>
            <ac:spMk id="6" creationId="{EA2BB1A9-CFF1-3DE4-866B-C49F4B01D7A5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01:27.205" v="2058"/>
          <ac:spMkLst>
            <pc:docMk/>
            <pc:sldMk cId="323903462" sldId="276"/>
            <ac:spMk id="9" creationId="{BAAA7975-CA30-A3E3-9F46-027BBC7AD30B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01:27.205" v="2057"/>
          <ac:spMkLst>
            <pc:docMk/>
            <pc:sldMk cId="323903462" sldId="276"/>
            <ac:spMk id="10" creationId="{DA339063-C71D-1ACD-8C34-42956BCF780C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01:27.205" v="2056"/>
          <ac:spMkLst>
            <pc:docMk/>
            <pc:sldMk cId="323903462" sldId="276"/>
            <ac:spMk id="11" creationId="{A6E074CE-E578-7024-9803-AC443061C719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01:27.205" v="2055"/>
          <ac:spMkLst>
            <pc:docMk/>
            <pc:sldMk cId="323903462" sldId="276"/>
            <ac:spMk id="12" creationId="{4C21DE8F-F27D-7BBC-B070-70C6CAFE7158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01:27.205" v="2054"/>
          <ac:spMkLst>
            <pc:docMk/>
            <pc:sldMk cId="323903462" sldId="276"/>
            <ac:spMk id="15" creationId="{320EA40A-AE96-393F-BBBF-7B3EFE111E50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01:27.205" v="2053"/>
          <ac:spMkLst>
            <pc:docMk/>
            <pc:sldMk cId="323903462" sldId="276"/>
            <ac:spMk id="16" creationId="{3BCC70DC-B3AC-61A3-594B-77E7DB72B221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01:27.205" v="2052"/>
          <ac:spMkLst>
            <pc:docMk/>
            <pc:sldMk cId="323903462" sldId="276"/>
            <ac:spMk id="17" creationId="{58BE1970-AFFD-95BA-FAEB-8157A2EBABC4}"/>
          </ac:spMkLst>
        </pc:spChg>
        <pc:picChg chg="add del mod modCrop">
          <ac:chgData name="Hyunwoo Park/Vision SW Unit" userId="S::hyunwoo1418.park@lge.com::723d7ba9-f7bd-485c-ba0e-f726b6ed3f5f" providerId="AD" clId="Web-{A35A5E59-49E2-6ADF-09C1-68773595D3A8}" dt="2026-07-01T09:01:50.799" v="2090"/>
          <ac:picMkLst>
            <pc:docMk/>
            <pc:sldMk cId="323903462" sldId="276"/>
            <ac:picMk id="4" creationId="{791217F1-F70F-B142-DEC8-B2E1D84AE204}"/>
          </ac:picMkLst>
        </pc:picChg>
        <pc:picChg chg="add del mod">
          <ac:chgData name="Hyunwoo Park/Vision SW Unit" userId="S::hyunwoo1418.park@lge.com::723d7ba9-f7bd-485c-ba0e-f726b6ed3f5f" providerId="AD" clId="Web-{A35A5E59-49E2-6ADF-09C1-68773595D3A8}" dt="2026-07-01T09:09:17.392" v="2195"/>
          <ac:picMkLst>
            <pc:docMk/>
            <pc:sldMk cId="323903462" sldId="276"/>
            <ac:picMk id="5" creationId="{1D13CD48-C545-78B9-4329-423DAE295A35}"/>
          </ac:picMkLst>
        </pc:picChg>
        <pc:picChg chg="del">
          <ac:chgData name="Hyunwoo Park/Vision SW Unit" userId="S::hyunwoo1418.park@lge.com::723d7ba9-f7bd-485c-ba0e-f726b6ed3f5f" providerId="AD" clId="Web-{A35A5E59-49E2-6ADF-09C1-68773595D3A8}" dt="2026-07-01T09:01:27.205" v="2051"/>
          <ac:picMkLst>
            <pc:docMk/>
            <pc:sldMk cId="323903462" sldId="276"/>
            <ac:picMk id="1026" creationId="{117998BD-6A7B-6DE3-9287-5AE4FC9267C7}"/>
          </ac:picMkLst>
        </pc:picChg>
        <pc:picChg chg="del">
          <ac:chgData name="Hyunwoo Park/Vision SW Unit" userId="S::hyunwoo1418.park@lge.com::723d7ba9-f7bd-485c-ba0e-f726b6ed3f5f" providerId="AD" clId="Web-{A35A5E59-49E2-6ADF-09C1-68773595D3A8}" dt="2026-07-01T09:01:27.205" v="2050"/>
          <ac:picMkLst>
            <pc:docMk/>
            <pc:sldMk cId="323903462" sldId="276"/>
            <ac:picMk id="1028" creationId="{129F43B8-83CC-D71B-7BCF-A1735F89884B}"/>
          </ac:picMkLst>
        </pc:picChg>
      </pc:sldChg>
      <pc:sldChg chg="addSp delSp modSp add del replId">
        <pc:chgData name="Hyunwoo Park/Vision SW Unit" userId="S::hyunwoo1418.park@lge.com::723d7ba9-f7bd-485c-ba0e-f726b6ed3f5f" providerId="AD" clId="Web-{A35A5E59-49E2-6ADF-09C1-68773595D3A8}" dt="2026-07-01T10:27:35.626" v="2451" actId="14100"/>
        <pc:sldMkLst>
          <pc:docMk/>
          <pc:sldMk cId="1576189168" sldId="277"/>
        </pc:sldMkLst>
        <pc:spChg chg="mod">
          <ac:chgData name="Hyunwoo Park/Vision SW Unit" userId="S::hyunwoo1418.park@lge.com::723d7ba9-f7bd-485c-ba0e-f726b6ed3f5f" providerId="AD" clId="Web-{A35A5E59-49E2-6ADF-09C1-68773595D3A8}" dt="2026-07-01T06:13:17.794" v="1524" actId="20577"/>
          <ac:spMkLst>
            <pc:docMk/>
            <pc:sldMk cId="1576189168" sldId="277"/>
            <ac:spMk id="3" creationId="{F1846325-0BF7-9599-753A-6A0731E8D6DF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6:19:58.509" v="1577" actId="20577"/>
          <ac:spMkLst>
            <pc:docMk/>
            <pc:sldMk cId="1576189168" sldId="277"/>
            <ac:spMk id="5" creationId="{E28434D2-A010-2093-708B-0603463142EA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6:13:29.919" v="1539"/>
          <ac:spMkLst>
            <pc:docMk/>
            <pc:sldMk cId="1576189168" sldId="277"/>
            <ac:spMk id="6" creationId="{6B947D14-5676-5A5F-290F-2BC2FE1B1B8C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6:13:29.919" v="1538"/>
          <ac:spMkLst>
            <pc:docMk/>
            <pc:sldMk cId="1576189168" sldId="277"/>
            <ac:spMk id="7" creationId="{2E153169-9582-57D3-81B7-2EA934A5E90B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6:13:29.919" v="1537"/>
          <ac:spMkLst>
            <pc:docMk/>
            <pc:sldMk cId="1576189168" sldId="277"/>
            <ac:spMk id="8" creationId="{FC918B1C-69F6-C012-C2D2-ACF45C2DDB15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6:13:29.919" v="1536"/>
          <ac:spMkLst>
            <pc:docMk/>
            <pc:sldMk cId="1576189168" sldId="277"/>
            <ac:spMk id="10" creationId="{A3B9FD4E-B19B-8BA6-D032-AEF2EF3F0B19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6:13:29.919" v="1535"/>
          <ac:spMkLst>
            <pc:docMk/>
            <pc:sldMk cId="1576189168" sldId="277"/>
            <ac:spMk id="11" creationId="{21E733B3-3CFE-1D5D-A7DB-7B3209121BF9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6:13:29.919" v="1534"/>
          <ac:spMkLst>
            <pc:docMk/>
            <pc:sldMk cId="1576189168" sldId="277"/>
            <ac:spMk id="12" creationId="{BA976889-E420-48DE-7418-D01F7C26FEF5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6:13:29.919" v="1533"/>
          <ac:spMkLst>
            <pc:docMk/>
            <pc:sldMk cId="1576189168" sldId="277"/>
            <ac:spMk id="16" creationId="{1BEBC57B-5E9C-598F-4824-2D018946B158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6:13:29.919" v="1532"/>
          <ac:spMkLst>
            <pc:docMk/>
            <pc:sldMk cId="1576189168" sldId="277"/>
            <ac:spMk id="17" creationId="{7BB95831-51AC-6EC8-66AB-2CB3DEE13F20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6:13:29.919" v="1531"/>
          <ac:spMkLst>
            <pc:docMk/>
            <pc:sldMk cId="1576189168" sldId="277"/>
            <ac:spMk id="18" creationId="{B4FBB47F-79B5-4BB4-3674-6CA81D250B14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6:13:29.919" v="1530"/>
          <ac:spMkLst>
            <pc:docMk/>
            <pc:sldMk cId="1576189168" sldId="277"/>
            <ac:spMk id="22" creationId="{BBEEC5A2-2D41-31A6-3237-F28DABC06C45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6:13:29.919" v="1529"/>
          <ac:spMkLst>
            <pc:docMk/>
            <pc:sldMk cId="1576189168" sldId="277"/>
            <ac:spMk id="23" creationId="{F4813FDB-3271-F754-1CAD-16C51E12892F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6:13:29.919" v="1528"/>
          <ac:spMkLst>
            <pc:docMk/>
            <pc:sldMk cId="1576189168" sldId="277"/>
            <ac:spMk id="24" creationId="{B395C83D-8D5D-87AA-212D-F38295EA2EAB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6:13:29.919" v="1527"/>
          <ac:spMkLst>
            <pc:docMk/>
            <pc:sldMk cId="1576189168" sldId="277"/>
            <ac:spMk id="28" creationId="{19E14E66-14A8-6302-9369-0BD40F50DFE4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6:13:29.919" v="1526"/>
          <ac:spMkLst>
            <pc:docMk/>
            <pc:sldMk cId="1576189168" sldId="277"/>
            <ac:spMk id="29" creationId="{860C83B1-0C7A-F6CA-6778-4777BF9ED322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6:13:29.919" v="1525"/>
          <ac:spMkLst>
            <pc:docMk/>
            <pc:sldMk cId="1576189168" sldId="277"/>
            <ac:spMk id="30" creationId="{ABB02279-2DB1-878B-466C-15FF28634ECA}"/>
          </ac:spMkLst>
        </pc:spChg>
        <pc:picChg chg="add mod">
          <ac:chgData name="Hyunwoo Park/Vision SW Unit" userId="S::hyunwoo1418.park@lge.com::723d7ba9-f7bd-485c-ba0e-f726b6ed3f5f" providerId="AD" clId="Web-{A35A5E59-49E2-6ADF-09C1-68773595D3A8}" dt="2026-07-01T10:27:30.688" v="2450" actId="14100"/>
          <ac:picMkLst>
            <pc:docMk/>
            <pc:sldMk cId="1576189168" sldId="277"/>
            <ac:picMk id="4" creationId="{B08893B2-467A-6DB0-2A42-1146BC62666F}"/>
          </ac:picMkLst>
        </pc:picChg>
        <pc:picChg chg="add mod">
          <ac:chgData name="Hyunwoo Park/Vision SW Unit" userId="S::hyunwoo1418.park@lge.com::723d7ba9-f7bd-485c-ba0e-f726b6ed3f5f" providerId="AD" clId="Web-{A35A5E59-49E2-6ADF-09C1-68773595D3A8}" dt="2026-07-01T10:27:35.626" v="2451" actId="14100"/>
          <ac:picMkLst>
            <pc:docMk/>
            <pc:sldMk cId="1576189168" sldId="277"/>
            <ac:picMk id="9" creationId="{CF36B489-9BFD-34A9-DECA-79BE8E0CB6DB}"/>
          </ac:picMkLst>
        </pc:picChg>
      </pc:sldChg>
      <pc:sldChg chg="delSp modSp add replId">
        <pc:chgData name="Hyunwoo Park/Vision SW Unit" userId="S::hyunwoo1418.park@lge.com::723d7ba9-f7bd-485c-ba0e-f726b6ed3f5f" providerId="AD" clId="Web-{A35A5E59-49E2-6ADF-09C1-68773595D3A8}" dt="2026-07-01T06:20:51.230" v="1593" actId="1076"/>
        <pc:sldMkLst>
          <pc:docMk/>
          <pc:sldMk cId="1319148804" sldId="278"/>
        </pc:sldMkLst>
        <pc:spChg chg="mod">
          <ac:chgData name="Hyunwoo Park/Vision SW Unit" userId="S::hyunwoo1418.park@lge.com::723d7ba9-f7bd-485c-ba0e-f726b6ed3f5f" providerId="AD" clId="Web-{A35A5E59-49E2-6ADF-09C1-68773595D3A8}" dt="2026-07-01T06:20:51.230" v="1593" actId="1076"/>
          <ac:spMkLst>
            <pc:docMk/>
            <pc:sldMk cId="1319148804" sldId="278"/>
            <ac:spMk id="3" creationId="{88F6C403-0372-97F7-56B6-906CDFB1486B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6:20:28.573" v="1586"/>
          <ac:spMkLst>
            <pc:docMk/>
            <pc:sldMk cId="1319148804" sldId="278"/>
            <ac:spMk id="4" creationId="{5FF27E81-BA69-9A46-2CE4-71AA5463D44B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6:20:28.573" v="1590"/>
          <ac:spMkLst>
            <pc:docMk/>
            <pc:sldMk cId="1319148804" sldId="278"/>
            <ac:spMk id="7" creationId="{1B0D22CA-6413-AD49-46A5-0EFD4F1E9C41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6:20:28.573" v="1589"/>
          <ac:spMkLst>
            <pc:docMk/>
            <pc:sldMk cId="1319148804" sldId="278"/>
            <ac:spMk id="11" creationId="{9F1D0F81-6EDD-2B0F-4C0F-A5519147E317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6:20:28.573" v="1588"/>
          <ac:spMkLst>
            <pc:docMk/>
            <pc:sldMk cId="1319148804" sldId="278"/>
            <ac:spMk id="15" creationId="{0F67411B-5678-0F7A-72EA-AA06D8460174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6:20:28.573" v="1587"/>
          <ac:spMkLst>
            <pc:docMk/>
            <pc:sldMk cId="1319148804" sldId="278"/>
            <ac:spMk id="19" creationId="{67D65088-568B-99EB-A045-81F688FB66AF}"/>
          </ac:spMkLst>
        </pc:spChg>
      </pc:sldChg>
      <pc:sldChg chg="modSp add ord replId">
        <pc:chgData name="Hyunwoo Park/Vision SW Unit" userId="S::hyunwoo1418.park@lge.com::723d7ba9-f7bd-485c-ba0e-f726b6ed3f5f" providerId="AD" clId="Web-{A35A5E59-49E2-6ADF-09C1-68773595D3A8}" dt="2026-07-01T12:02:30.338" v="2538" actId="14100"/>
        <pc:sldMkLst>
          <pc:docMk/>
          <pc:sldMk cId="2328479506" sldId="279"/>
        </pc:sldMkLst>
        <pc:spChg chg="mod">
          <ac:chgData name="Hyunwoo Park/Vision SW Unit" userId="S::hyunwoo1418.park@lge.com::723d7ba9-f7bd-485c-ba0e-f726b6ed3f5f" providerId="AD" clId="Web-{A35A5E59-49E2-6ADF-09C1-68773595D3A8}" dt="2026-07-01T12:02:30.338" v="2538" actId="14100"/>
          <ac:spMkLst>
            <pc:docMk/>
            <pc:sldMk cId="2328479506" sldId="279"/>
            <ac:spMk id="3" creationId="{90497F8B-13F8-0F91-5EFA-5ECB8D0C4C4E}"/>
          </ac:spMkLst>
        </pc:spChg>
      </pc:sldChg>
      <pc:sldChg chg="add del replId">
        <pc:chgData name="Hyunwoo Park/Vision SW Unit" userId="S::hyunwoo1418.park@lge.com::723d7ba9-f7bd-485c-ba0e-f726b6ed3f5f" providerId="AD" clId="Web-{A35A5E59-49E2-6ADF-09C1-68773595D3A8}" dt="2026-07-01T06:21:38.559" v="1606"/>
        <pc:sldMkLst>
          <pc:docMk/>
          <pc:sldMk cId="424492348" sldId="280"/>
        </pc:sldMkLst>
      </pc:sldChg>
      <pc:sldChg chg="modSp add ord replId">
        <pc:chgData name="Hyunwoo Park/Vision SW Unit" userId="S::hyunwoo1418.park@lge.com::723d7ba9-f7bd-485c-ba0e-f726b6ed3f5f" providerId="AD" clId="Web-{A35A5E59-49E2-6ADF-09C1-68773595D3A8}" dt="2026-07-01T06:22:11.685" v="1619" actId="20577"/>
        <pc:sldMkLst>
          <pc:docMk/>
          <pc:sldMk cId="2065998240" sldId="280"/>
        </pc:sldMkLst>
        <pc:spChg chg="mod">
          <ac:chgData name="Hyunwoo Park/Vision SW Unit" userId="S::hyunwoo1418.park@lge.com::723d7ba9-f7bd-485c-ba0e-f726b6ed3f5f" providerId="AD" clId="Web-{A35A5E59-49E2-6ADF-09C1-68773595D3A8}" dt="2026-07-01T06:22:11.685" v="1619" actId="20577"/>
          <ac:spMkLst>
            <pc:docMk/>
            <pc:sldMk cId="2065998240" sldId="280"/>
            <ac:spMk id="3" creationId="{05FAFD1E-3751-BDF6-A1C1-20C19953D5DB}"/>
          </ac:spMkLst>
        </pc:spChg>
      </pc:sldChg>
      <pc:sldChg chg="modSp add ord replId">
        <pc:chgData name="Hyunwoo Park/Vision SW Unit" userId="S::hyunwoo1418.park@lge.com::723d7ba9-f7bd-485c-ba0e-f726b6ed3f5f" providerId="AD" clId="Web-{A35A5E59-49E2-6ADF-09C1-68773595D3A8}" dt="2026-07-01T09:09:31.455" v="2198" actId="20577"/>
        <pc:sldMkLst>
          <pc:docMk/>
          <pc:sldMk cId="3397171339" sldId="281"/>
        </pc:sldMkLst>
        <pc:spChg chg="mod">
          <ac:chgData name="Hyunwoo Park/Vision SW Unit" userId="S::hyunwoo1418.park@lge.com::723d7ba9-f7bd-485c-ba0e-f726b6ed3f5f" providerId="AD" clId="Web-{A35A5E59-49E2-6ADF-09C1-68773595D3A8}" dt="2026-07-01T09:09:31.455" v="2198" actId="20577"/>
          <ac:spMkLst>
            <pc:docMk/>
            <pc:sldMk cId="3397171339" sldId="281"/>
            <ac:spMk id="3" creationId="{870043F7-F1C1-5EE9-5D2F-60D6A0FEE6CD}"/>
          </ac:spMkLst>
        </pc:spChg>
      </pc:sldChg>
      <pc:sldChg chg="add del ord replId">
        <pc:chgData name="Hyunwoo Park/Vision SW Unit" userId="S::hyunwoo1418.park@lge.com::723d7ba9-f7bd-485c-ba0e-f726b6ed3f5f" providerId="AD" clId="Web-{A35A5E59-49E2-6ADF-09C1-68773595D3A8}" dt="2026-07-01T12:02:08.946" v="2537"/>
        <pc:sldMkLst>
          <pc:docMk/>
          <pc:sldMk cId="4101370416" sldId="282"/>
        </pc:sldMkLst>
      </pc:sldChg>
      <pc:sldChg chg="addSp modSp add del replId">
        <pc:chgData name="Hyunwoo Park/Vision SW Unit" userId="S::hyunwoo1418.park@lge.com::723d7ba9-f7bd-485c-ba0e-f726b6ed3f5f" providerId="AD" clId="Web-{A35A5E59-49E2-6ADF-09C1-68773595D3A8}" dt="2026-07-01T09:13:10.945" v="2297"/>
        <pc:sldMkLst>
          <pc:docMk/>
          <pc:sldMk cId="402543106" sldId="283"/>
        </pc:sldMkLst>
        <pc:spChg chg="mod">
          <ac:chgData name="Hyunwoo Park/Vision SW Unit" userId="S::hyunwoo1418.park@lge.com::723d7ba9-f7bd-485c-ba0e-f726b6ed3f5f" providerId="AD" clId="Web-{A35A5E59-49E2-6ADF-09C1-68773595D3A8}" dt="2026-07-01T09:08:49.969" v="2171" actId="1076"/>
          <ac:spMkLst>
            <pc:docMk/>
            <pc:sldMk cId="402543106" sldId="283"/>
            <ac:spMk id="4" creationId="{7675F610-9068-DCFF-156D-71FB0F8F5B0A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9:08:50" v="2172" actId="1076"/>
          <ac:spMkLst>
            <pc:docMk/>
            <pc:sldMk cId="402543106" sldId="283"/>
            <ac:spMk id="5" creationId="{E287CAD6-ACAD-79F3-1D47-891CC374FEE7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9:08:49.860" v="2169" actId="1076"/>
          <ac:spMkLst>
            <pc:docMk/>
            <pc:sldMk cId="402543106" sldId="283"/>
            <ac:spMk id="6" creationId="{9A03E07C-6560-DBA2-A5E7-BE58888F2571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9:08:50.032" v="2173" actId="1076"/>
          <ac:spMkLst>
            <pc:docMk/>
            <pc:sldMk cId="402543106" sldId="283"/>
            <ac:spMk id="7" creationId="{31C74B66-5EE7-E6B0-A743-D87D85507F06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9:08:50.094" v="2174" actId="1076"/>
          <ac:spMkLst>
            <pc:docMk/>
            <pc:sldMk cId="402543106" sldId="283"/>
            <ac:spMk id="8" creationId="{03C6D976-08E9-BA29-839C-E44A032DED37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9:08:49.907" v="2170" actId="1076"/>
          <ac:spMkLst>
            <pc:docMk/>
            <pc:sldMk cId="402543106" sldId="283"/>
            <ac:spMk id="10" creationId="{A4F4D61A-ED48-C9E0-DF13-10889D4783DE}"/>
          </ac:spMkLst>
        </pc:spChg>
        <pc:spChg chg="add">
          <ac:chgData name="Hyunwoo Park/Vision SW Unit" userId="S::hyunwoo1418.park@lge.com::723d7ba9-f7bd-485c-ba0e-f726b6ed3f5f" providerId="AD" clId="Web-{A35A5E59-49E2-6ADF-09C1-68773595D3A8}" dt="2026-07-01T09:09:51.721" v="2199"/>
          <ac:spMkLst>
            <pc:docMk/>
            <pc:sldMk cId="402543106" sldId="283"/>
            <ac:spMk id="11" creationId="{5EBF6F75-9C26-0213-9F45-0CE75D00DCA4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9:08:50.126" v="2175" actId="1076"/>
          <ac:spMkLst>
            <pc:docMk/>
            <pc:sldMk cId="402543106" sldId="283"/>
            <ac:spMk id="13" creationId="{A39E4A9E-4490-1D36-E767-CE94C9F0C80E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9:08:50.157" v="2176" actId="1076"/>
          <ac:spMkLst>
            <pc:docMk/>
            <pc:sldMk cId="402543106" sldId="283"/>
            <ac:spMk id="17" creationId="{35BCA500-594F-939D-0DE5-29BC67CBB322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9:08:50.188" v="2177" actId="1076"/>
          <ac:spMkLst>
            <pc:docMk/>
            <pc:sldMk cId="402543106" sldId="283"/>
            <ac:spMk id="18" creationId="{D87B535A-6886-7CB0-E18C-E48021132A79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9:08:50.219" v="2178" actId="1076"/>
          <ac:spMkLst>
            <pc:docMk/>
            <pc:sldMk cId="402543106" sldId="283"/>
            <ac:spMk id="21" creationId="{71007D97-3AF7-96EB-AB2E-03B73C62B0BF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9:08:50.251" v="2179" actId="1076"/>
          <ac:spMkLst>
            <pc:docMk/>
            <pc:sldMk cId="402543106" sldId="283"/>
            <ac:spMk id="22" creationId="{B5104A3F-404D-3163-F237-EE4D1251B0B1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9:08:50.282" v="2180" actId="1076"/>
          <ac:spMkLst>
            <pc:docMk/>
            <pc:sldMk cId="402543106" sldId="283"/>
            <ac:spMk id="23" creationId="{9F4565B9-12D6-407F-CADB-00B7B6850ACF}"/>
          </ac:spMkLst>
        </pc:spChg>
      </pc:sldChg>
      <pc:sldChg chg="addSp delSp modSp add del replId">
        <pc:chgData name="Hyunwoo Park/Vision SW Unit" userId="S::hyunwoo1418.park@lge.com::723d7ba9-f7bd-485c-ba0e-f726b6ed3f5f" providerId="AD" clId="Web-{A35A5E59-49E2-6ADF-09C1-68773595D3A8}" dt="2026-07-01T09:22:25.245" v="2314"/>
        <pc:sldMkLst>
          <pc:docMk/>
          <pc:sldMk cId="292791396" sldId="284"/>
        </pc:sldMkLst>
        <pc:spChg chg="mod">
          <ac:chgData name="Hyunwoo Park/Vision SW Unit" userId="S::hyunwoo1418.park@lge.com::723d7ba9-f7bd-485c-ba0e-f726b6ed3f5f" providerId="AD" clId="Web-{A35A5E59-49E2-6ADF-09C1-68773595D3A8}" dt="2026-07-01T08:41:27.638" v="1964" actId="20577"/>
          <ac:spMkLst>
            <pc:docMk/>
            <pc:sldMk cId="292791396" sldId="284"/>
            <ac:spMk id="3" creationId="{52028984-AFC7-AA3E-87F9-578EFDC36605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09:06.079" v="2189"/>
          <ac:spMkLst>
            <pc:docMk/>
            <pc:sldMk cId="292791396" sldId="284"/>
            <ac:spMk id="4" creationId="{535ACB66-3EDD-A0BC-DDB6-7DD5634FE2BC}"/>
          </ac:spMkLst>
        </pc:spChg>
        <pc:spChg chg="del mod">
          <ac:chgData name="Hyunwoo Park/Vision SW Unit" userId="S::hyunwoo1418.park@lge.com::723d7ba9-f7bd-485c-ba0e-f726b6ed3f5f" providerId="AD" clId="Web-{A35A5E59-49E2-6ADF-09C1-68773595D3A8}" dt="2026-07-01T08:41:32.794" v="1966"/>
          <ac:spMkLst>
            <pc:docMk/>
            <pc:sldMk cId="292791396" sldId="284"/>
            <ac:spMk id="5" creationId="{0427C246-B079-C2E0-72BB-6B4B033CB7A7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09:06.079" v="2191"/>
          <ac:spMkLst>
            <pc:docMk/>
            <pc:sldMk cId="292791396" sldId="284"/>
            <ac:spMk id="6" creationId="{38D3181A-8F14-FFA8-99D3-3E6333365A98}"/>
          </ac:spMkLst>
        </pc:spChg>
        <pc:spChg chg="del mod">
          <ac:chgData name="Hyunwoo Park/Vision SW Unit" userId="S::hyunwoo1418.park@lge.com::723d7ba9-f7bd-485c-ba0e-f726b6ed3f5f" providerId="AD" clId="Web-{A35A5E59-49E2-6ADF-09C1-68773595D3A8}" dt="2026-07-01T08:41:42.638" v="1968"/>
          <ac:spMkLst>
            <pc:docMk/>
            <pc:sldMk cId="292791396" sldId="284"/>
            <ac:spMk id="7" creationId="{9765D2C5-11CE-3A5D-B4A6-2FA3192C01CA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09:06.079" v="2188"/>
          <ac:spMkLst>
            <pc:docMk/>
            <pc:sldMk cId="292791396" sldId="284"/>
            <ac:spMk id="8" creationId="{980A2D37-459B-72E9-EC5A-A0CCA66F2F4E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09:06.079" v="2190"/>
          <ac:spMkLst>
            <pc:docMk/>
            <pc:sldMk cId="292791396" sldId="284"/>
            <ac:spMk id="10" creationId="{1F561796-FFCF-0CCC-83CB-38663D0E90B6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09:06.079" v="2187"/>
          <ac:spMkLst>
            <pc:docMk/>
            <pc:sldMk cId="292791396" sldId="284"/>
            <ac:spMk id="13" creationId="{75C9184D-2ADB-9B13-5379-F2B75EB6FDAA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09:06.079" v="2186"/>
          <ac:spMkLst>
            <pc:docMk/>
            <pc:sldMk cId="292791396" sldId="284"/>
            <ac:spMk id="17" creationId="{2D501134-053B-EF93-C94A-97EDD9926478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09:06.079" v="2185"/>
          <ac:spMkLst>
            <pc:docMk/>
            <pc:sldMk cId="292791396" sldId="284"/>
            <ac:spMk id="18" creationId="{30A31E84-C377-4067-ABC6-C412454D8EAA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09:06.079" v="2184"/>
          <ac:spMkLst>
            <pc:docMk/>
            <pc:sldMk cId="292791396" sldId="284"/>
            <ac:spMk id="21" creationId="{4C24BF24-F01A-4292-DFE3-CB7BBEB8304B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09:06.079" v="2183"/>
          <ac:spMkLst>
            <pc:docMk/>
            <pc:sldMk cId="292791396" sldId="284"/>
            <ac:spMk id="22" creationId="{08BAD505-DF1E-FCCA-063E-69DC63884BA9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09:06.079" v="2182"/>
          <ac:spMkLst>
            <pc:docMk/>
            <pc:sldMk cId="292791396" sldId="284"/>
            <ac:spMk id="23" creationId="{FF572FCC-9C47-F89C-40EF-A38338169E24}"/>
          </ac:spMkLst>
        </pc:spChg>
        <pc:picChg chg="add del mod">
          <ac:chgData name="Hyunwoo Park/Vision SW Unit" userId="S::hyunwoo1418.park@lge.com::723d7ba9-f7bd-485c-ba0e-f726b6ed3f5f" providerId="AD" clId="Web-{A35A5E59-49E2-6ADF-09C1-68773595D3A8}" dt="2026-07-01T09:22:08.572" v="2300"/>
          <ac:picMkLst>
            <pc:docMk/>
            <pc:sldMk cId="292791396" sldId="284"/>
            <ac:picMk id="11" creationId="{EE1A6428-ED28-F74D-EDD4-B420748493B8}"/>
          </ac:picMkLst>
        </pc:picChg>
      </pc:sldChg>
      <pc:sldChg chg="addSp delSp modSp add ord replId">
        <pc:chgData name="Hyunwoo Park/Vision SW Unit" userId="S::hyunwoo1418.park@lge.com::723d7ba9-f7bd-485c-ba0e-f726b6ed3f5f" providerId="AD" clId="Web-{A35A5E59-49E2-6ADF-09C1-68773595D3A8}" dt="2026-07-01T09:46:33.299" v="2331" actId="20577"/>
        <pc:sldMkLst>
          <pc:docMk/>
          <pc:sldMk cId="4084496647" sldId="285"/>
        </pc:sldMkLst>
        <pc:spChg chg="mod">
          <ac:chgData name="Hyunwoo Park/Vision SW Unit" userId="S::hyunwoo1418.park@lge.com::723d7ba9-f7bd-485c-ba0e-f726b6ed3f5f" providerId="AD" clId="Web-{A35A5E59-49E2-6ADF-09C1-68773595D3A8}" dt="2026-07-01T09:10:47.941" v="2220" actId="20577"/>
          <ac:spMkLst>
            <pc:docMk/>
            <pc:sldMk cId="4084496647" sldId="285"/>
            <ac:spMk id="3" creationId="{6A443CCC-8309-64AF-63BF-20F5D5ABB608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10:51.629" v="2224"/>
          <ac:spMkLst>
            <pc:docMk/>
            <pc:sldMk cId="4084496647" sldId="285"/>
            <ac:spMk id="4" creationId="{E76623FB-170E-4C8E-ABE2-15B3989AA99E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10:51.629" v="2223"/>
          <ac:spMkLst>
            <pc:docMk/>
            <pc:sldMk cId="4084496647" sldId="285"/>
            <ac:spMk id="5" creationId="{F851D049-178E-3328-6EA4-823AF9EB00D8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10:51.645" v="2232"/>
          <ac:spMkLst>
            <pc:docMk/>
            <pc:sldMk cId="4084496647" sldId="285"/>
            <ac:spMk id="6" creationId="{F483E01E-97E5-4BA3-5CF7-F58BF3AF5896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10:51.645" v="2231"/>
          <ac:spMkLst>
            <pc:docMk/>
            <pc:sldMk cId="4084496647" sldId="285"/>
            <ac:spMk id="7" creationId="{6E014408-2D8F-5782-D8B6-83228E6DD820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10:51.645" v="2230"/>
          <ac:spMkLst>
            <pc:docMk/>
            <pc:sldMk cId="4084496647" sldId="285"/>
            <ac:spMk id="8" creationId="{F7FAC19C-C80A-42AB-A74C-F04A17B28420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10:51.645" v="2229"/>
          <ac:spMkLst>
            <pc:docMk/>
            <pc:sldMk cId="4084496647" sldId="285"/>
            <ac:spMk id="9" creationId="{D459C069-55D4-DA28-ADDD-9546A6C1F87C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9:11:27.333" v="2281" actId="14100"/>
          <ac:spMkLst>
            <pc:docMk/>
            <pc:sldMk cId="4084496647" sldId="285"/>
            <ac:spMk id="11" creationId="{5A59B94A-7C32-E391-D0F2-BE7AE07183EF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9:46:33.299" v="2331" actId="20577"/>
          <ac:spMkLst>
            <pc:docMk/>
            <pc:sldMk cId="4084496647" sldId="285"/>
            <ac:spMk id="13" creationId="{710715A5-A32E-034F-97EF-FB3CAB012914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10:51.645" v="2228"/>
          <ac:spMkLst>
            <pc:docMk/>
            <pc:sldMk cId="4084496647" sldId="285"/>
            <ac:spMk id="14" creationId="{32BF9DFE-04F4-2DAC-192E-466B1991919E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10:51.645" v="2227"/>
          <ac:spMkLst>
            <pc:docMk/>
            <pc:sldMk cId="4084496647" sldId="285"/>
            <ac:spMk id="15" creationId="{5DF989E6-2879-E952-8E90-5A0F9F2FA69F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10:51.629" v="2226"/>
          <ac:spMkLst>
            <pc:docMk/>
            <pc:sldMk cId="4084496647" sldId="285"/>
            <ac:spMk id="16" creationId="{1D17B30A-BDB2-5AA9-ED13-D9B6119BF6D8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10:51.629" v="2225"/>
          <ac:spMkLst>
            <pc:docMk/>
            <pc:sldMk cId="4084496647" sldId="285"/>
            <ac:spMk id="17" creationId="{14FB192D-3E11-A81B-EBB4-7A0DFCB6C848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9:11:27.395" v="2282" actId="14100"/>
          <ac:spMkLst>
            <pc:docMk/>
            <pc:sldMk cId="4084496647" sldId="285"/>
            <ac:spMk id="19" creationId="{15B55DBA-4C1D-A07F-4D1B-F5766B0311DE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10:51.629" v="2222"/>
          <ac:spMkLst>
            <pc:docMk/>
            <pc:sldMk cId="4084496647" sldId="285"/>
            <ac:spMk id="20" creationId="{4D92D562-298E-44C1-73A4-0868A7CDCB18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10:51.629" v="2221"/>
          <ac:spMkLst>
            <pc:docMk/>
            <pc:sldMk cId="4084496647" sldId="285"/>
            <ac:spMk id="21" creationId="{24A95727-26FF-49D9-D502-EA1B4C15BD26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9:10:43.238" v="2215" actId="20577"/>
          <ac:spMkLst>
            <pc:docMk/>
            <pc:sldMk cId="4084496647" sldId="285"/>
            <ac:spMk id="22" creationId="{1F446721-6C07-5E65-6476-311D79D5C120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9:11:22.427" v="2272" actId="1076"/>
          <ac:spMkLst>
            <pc:docMk/>
            <pc:sldMk cId="4084496647" sldId="285"/>
            <ac:spMk id="24" creationId="{9E1554E4-7DDD-C151-D6E3-5F7A6567804E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9:11:22.458" v="2273" actId="1076"/>
          <ac:spMkLst>
            <pc:docMk/>
            <pc:sldMk cId="4084496647" sldId="285"/>
            <ac:spMk id="26" creationId="{4A82FC5E-B911-021E-F049-913278DC5231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9:11:22.505" v="2274" actId="1076"/>
          <ac:spMkLst>
            <pc:docMk/>
            <pc:sldMk cId="4084496647" sldId="285"/>
            <ac:spMk id="28" creationId="{19A747CA-7BB4-5E70-92BB-999DC760032E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9:11:22.536" v="2275" actId="1076"/>
          <ac:spMkLst>
            <pc:docMk/>
            <pc:sldMk cId="4084496647" sldId="285"/>
            <ac:spMk id="30" creationId="{2087DFC0-552E-2524-5280-EE182DD012BD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9:11:22.567" v="2276" actId="1076"/>
          <ac:spMkLst>
            <pc:docMk/>
            <pc:sldMk cId="4084496647" sldId="285"/>
            <ac:spMk id="32" creationId="{AC704F5C-3E0D-F9F7-8DC8-822D9B5D53B7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9:11:22.598" v="2277" actId="1076"/>
          <ac:spMkLst>
            <pc:docMk/>
            <pc:sldMk cId="4084496647" sldId="285"/>
            <ac:spMk id="34" creationId="{99F87848-9516-7601-191B-A779772AD885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9:11:22.614" v="2278" actId="1076"/>
          <ac:spMkLst>
            <pc:docMk/>
            <pc:sldMk cId="4084496647" sldId="285"/>
            <ac:spMk id="36" creationId="{2AF4B3D2-9A0C-EDAF-EF46-EB71A1D737FD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9:11:22.645" v="2279" actId="1076"/>
          <ac:spMkLst>
            <pc:docMk/>
            <pc:sldMk cId="4084496647" sldId="285"/>
            <ac:spMk id="38" creationId="{3B7780AA-EB2E-4DE4-5874-50FED0A49E99}"/>
          </ac:spMkLst>
        </pc:spChg>
        <pc:spChg chg="add mod">
          <ac:chgData name="Hyunwoo Park/Vision SW Unit" userId="S::hyunwoo1418.park@lge.com::723d7ba9-f7bd-485c-ba0e-f726b6ed3f5f" providerId="AD" clId="Web-{A35A5E59-49E2-6ADF-09C1-68773595D3A8}" dt="2026-07-01T09:11:22.677" v="2280" actId="1076"/>
          <ac:spMkLst>
            <pc:docMk/>
            <pc:sldMk cId="4084496647" sldId="285"/>
            <ac:spMk id="40" creationId="{A53E5DB1-A30B-1610-0A60-4A485E2C9217}"/>
          </ac:spMkLst>
        </pc:spChg>
      </pc:sldChg>
      <pc:sldChg chg="addSp delSp modSp add replId">
        <pc:chgData name="Hyunwoo Park/Vision SW Unit" userId="S::hyunwoo1418.park@lge.com::723d7ba9-f7bd-485c-ba0e-f726b6ed3f5f" providerId="AD" clId="Web-{A35A5E59-49E2-6ADF-09C1-68773595D3A8}" dt="2026-07-01T10:34:16.356" v="2460" actId="1076"/>
        <pc:sldMkLst>
          <pc:docMk/>
          <pc:sldMk cId="2028342661" sldId="286"/>
        </pc:sldMkLst>
        <pc:spChg chg="del">
          <ac:chgData name="Hyunwoo Park/Vision SW Unit" userId="S::hyunwoo1418.park@lge.com::723d7ba9-f7bd-485c-ba0e-f726b6ed3f5f" providerId="AD" clId="Web-{A35A5E59-49E2-6ADF-09C1-68773595D3A8}" dt="2026-07-01T09:22:15.588" v="2311"/>
          <ac:spMkLst>
            <pc:docMk/>
            <pc:sldMk cId="2028342661" sldId="286"/>
            <ac:spMk id="11" creationId="{3EF0FF31-5BEC-EF79-36A0-538814DF5175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22:15.588" v="2310"/>
          <ac:spMkLst>
            <pc:docMk/>
            <pc:sldMk cId="2028342661" sldId="286"/>
            <ac:spMk id="13" creationId="{8270E172-7FB8-FEE2-4B0B-E196077718DD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22:15.588" v="2309"/>
          <ac:spMkLst>
            <pc:docMk/>
            <pc:sldMk cId="2028342661" sldId="286"/>
            <ac:spMk id="19" creationId="{153A9F7E-FA0D-6E4F-7ECF-115965EA97B6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09:12:02.350" v="2296" actId="20577"/>
          <ac:spMkLst>
            <pc:docMk/>
            <pc:sldMk cId="2028342661" sldId="286"/>
            <ac:spMk id="22" creationId="{B699200A-138F-7E0F-2C5E-F36D679F5BBF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22:20.416" v="2313"/>
          <ac:spMkLst>
            <pc:docMk/>
            <pc:sldMk cId="2028342661" sldId="286"/>
            <ac:spMk id="24" creationId="{E8EA4A22-61FC-8777-1A03-055102CABE29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22:17.870" v="2312"/>
          <ac:spMkLst>
            <pc:docMk/>
            <pc:sldMk cId="2028342661" sldId="286"/>
            <ac:spMk id="26" creationId="{2FDA3D78-4BBF-D0C9-0B85-04ABC819BAD8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22:15.588" v="2308"/>
          <ac:spMkLst>
            <pc:docMk/>
            <pc:sldMk cId="2028342661" sldId="286"/>
            <ac:spMk id="28" creationId="{C8F84927-1DCA-144B-3F26-3CCAF87E37C7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22:15.588" v="2307"/>
          <ac:spMkLst>
            <pc:docMk/>
            <pc:sldMk cId="2028342661" sldId="286"/>
            <ac:spMk id="30" creationId="{B7163903-2622-41BE-3518-BB95FBC6E7CA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22:15.588" v="2306"/>
          <ac:spMkLst>
            <pc:docMk/>
            <pc:sldMk cId="2028342661" sldId="286"/>
            <ac:spMk id="32" creationId="{CB5DF66A-59CC-5C23-B065-623E4478B293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22:15.588" v="2305"/>
          <ac:spMkLst>
            <pc:docMk/>
            <pc:sldMk cId="2028342661" sldId="286"/>
            <ac:spMk id="34" creationId="{EE51B701-0EB4-35E0-D5A6-175117C7F8D2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22:15.588" v="2304"/>
          <ac:spMkLst>
            <pc:docMk/>
            <pc:sldMk cId="2028342661" sldId="286"/>
            <ac:spMk id="36" creationId="{503FA2D3-363E-C210-4912-04782D19BCCC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22:15.588" v="2303"/>
          <ac:spMkLst>
            <pc:docMk/>
            <pc:sldMk cId="2028342661" sldId="286"/>
            <ac:spMk id="38" creationId="{3225F7F8-ACD2-F02B-DB80-DCDD1203518A}"/>
          </ac:spMkLst>
        </pc:spChg>
        <pc:spChg chg="del">
          <ac:chgData name="Hyunwoo Park/Vision SW Unit" userId="S::hyunwoo1418.park@lge.com::723d7ba9-f7bd-485c-ba0e-f726b6ed3f5f" providerId="AD" clId="Web-{A35A5E59-49E2-6ADF-09C1-68773595D3A8}" dt="2026-07-01T09:22:15.588" v="2302"/>
          <ac:spMkLst>
            <pc:docMk/>
            <pc:sldMk cId="2028342661" sldId="286"/>
            <ac:spMk id="40" creationId="{F21F604E-01D5-FDB7-B759-5BEF711195A7}"/>
          </ac:spMkLst>
        </pc:spChg>
        <pc:picChg chg="add del mod">
          <ac:chgData name="Hyunwoo Park/Vision SW Unit" userId="S::hyunwoo1418.park@lge.com::723d7ba9-f7bd-485c-ba0e-f726b6ed3f5f" providerId="AD" clId="Web-{A35A5E59-49E2-6ADF-09C1-68773595D3A8}" dt="2026-07-01T10:30:21.130" v="2452"/>
          <ac:picMkLst>
            <pc:docMk/>
            <pc:sldMk cId="2028342661" sldId="286"/>
            <ac:picMk id="4" creationId="{65AD4C1E-016D-1511-7012-70E815716EF2}"/>
          </ac:picMkLst>
        </pc:picChg>
        <pc:picChg chg="add del mod">
          <ac:chgData name="Hyunwoo Park/Vision SW Unit" userId="S::hyunwoo1418.park@lge.com::723d7ba9-f7bd-485c-ba0e-f726b6ed3f5f" providerId="AD" clId="Web-{A35A5E59-49E2-6ADF-09C1-68773595D3A8}" dt="2026-07-01T10:33:50.620" v="2457"/>
          <ac:picMkLst>
            <pc:docMk/>
            <pc:sldMk cId="2028342661" sldId="286"/>
            <ac:picMk id="5" creationId="{D4346DD7-C037-FE4C-F211-76EF6218C67F}"/>
          </ac:picMkLst>
        </pc:picChg>
        <pc:picChg chg="add del mod">
          <ac:chgData name="Hyunwoo Park/Vision SW Unit" userId="S::hyunwoo1418.park@lge.com::723d7ba9-f7bd-485c-ba0e-f726b6ed3f5f" providerId="AD" clId="Web-{A35A5E59-49E2-6ADF-09C1-68773595D3A8}" dt="2026-07-01T09:22:13.213" v="2301"/>
          <ac:picMkLst>
            <pc:docMk/>
            <pc:sldMk cId="2028342661" sldId="286"/>
            <ac:picMk id="5" creationId="{E470ADB6-7BC5-8AF3-920E-7BB83818712A}"/>
          </ac:picMkLst>
        </pc:picChg>
        <pc:picChg chg="add mod">
          <ac:chgData name="Hyunwoo Park/Vision SW Unit" userId="S::hyunwoo1418.park@lge.com::723d7ba9-f7bd-485c-ba0e-f726b6ed3f5f" providerId="AD" clId="Web-{A35A5E59-49E2-6ADF-09C1-68773595D3A8}" dt="2026-07-01T10:34:16.356" v="2460" actId="1076"/>
          <ac:picMkLst>
            <pc:docMk/>
            <pc:sldMk cId="2028342661" sldId="286"/>
            <ac:picMk id="6" creationId="{318708F1-36DD-304D-C0C7-FEB02D94ADF8}"/>
          </ac:picMkLst>
        </pc:picChg>
        <pc:picChg chg="add del mod">
          <ac:chgData name="Hyunwoo Park/Vision SW Unit" userId="S::hyunwoo1418.park@lge.com::723d7ba9-f7bd-485c-ba0e-f726b6ed3f5f" providerId="AD" clId="Web-{A35A5E59-49E2-6ADF-09C1-68773595D3A8}" dt="2026-07-01T09:38:51.035" v="2329"/>
          <ac:picMkLst>
            <pc:docMk/>
            <pc:sldMk cId="2028342661" sldId="286"/>
            <ac:picMk id="6" creationId="{3A6C0253-94DF-9F52-EA88-F0ACC4FAA26A}"/>
          </ac:picMkLst>
        </pc:picChg>
      </pc:sldChg>
      <pc:sldChg chg="modSp add replId">
        <pc:chgData name="Hyunwoo Park/Vision SW Unit" userId="S::hyunwoo1418.park@lge.com::723d7ba9-f7bd-485c-ba0e-f726b6ed3f5f" providerId="AD" clId="Web-{A35A5E59-49E2-6ADF-09C1-68773595D3A8}" dt="2026-07-01T09:22:50.636" v="2323" actId="20577"/>
        <pc:sldMkLst>
          <pc:docMk/>
          <pc:sldMk cId="3533777432" sldId="287"/>
        </pc:sldMkLst>
        <pc:spChg chg="mod">
          <ac:chgData name="Hyunwoo Park/Vision SW Unit" userId="S::hyunwoo1418.park@lge.com::723d7ba9-f7bd-485c-ba0e-f726b6ed3f5f" providerId="AD" clId="Web-{A35A5E59-49E2-6ADF-09C1-68773595D3A8}" dt="2026-07-01T09:22:50.636" v="2323" actId="20577"/>
          <ac:spMkLst>
            <pc:docMk/>
            <pc:sldMk cId="3533777432" sldId="287"/>
            <ac:spMk id="3" creationId="{FB0CB9E2-A7FA-CC07-B198-22FE0FB7E9E0}"/>
          </ac:spMkLst>
        </pc:spChg>
      </pc:sldChg>
      <pc:sldChg chg="addSp delSp modSp add ord replId">
        <pc:chgData name="Hyunwoo Park/Vision SW Unit" userId="S::hyunwoo1418.park@lge.com::723d7ba9-f7bd-485c-ba0e-f726b6ed3f5f" providerId="AD" clId="Web-{A35A5E59-49E2-6ADF-09C1-68773595D3A8}" dt="2026-07-01T12:01:17.077" v="2536" actId="14100"/>
        <pc:sldMkLst>
          <pc:docMk/>
          <pc:sldMk cId="2097103020" sldId="288"/>
        </pc:sldMkLst>
        <pc:spChg chg="mod">
          <ac:chgData name="Hyunwoo Park/Vision SW Unit" userId="S::hyunwoo1418.park@lge.com::723d7ba9-f7bd-485c-ba0e-f726b6ed3f5f" providerId="AD" clId="Web-{A35A5E59-49E2-6ADF-09C1-68773595D3A8}" dt="2026-07-01T10:19:03.893" v="2347" actId="20577"/>
          <ac:spMkLst>
            <pc:docMk/>
            <pc:sldMk cId="2097103020" sldId="288"/>
            <ac:spMk id="3" creationId="{01089503-DA4D-B048-4C4C-A702E7723888}"/>
          </ac:spMkLst>
        </pc:spChg>
        <pc:spChg chg="mod">
          <ac:chgData name="Hyunwoo Park/Vision SW Unit" userId="S::hyunwoo1418.park@lge.com::723d7ba9-f7bd-485c-ba0e-f726b6ed3f5f" providerId="AD" clId="Web-{A35A5E59-49E2-6ADF-09C1-68773595D3A8}" dt="2026-07-01T12:01:02.780" v="2533" actId="20577"/>
          <ac:spMkLst>
            <pc:docMk/>
            <pc:sldMk cId="2097103020" sldId="288"/>
            <ac:spMk id="22" creationId="{576517BD-56B7-0AAC-F9F2-1B5FED90B1DB}"/>
          </ac:spMkLst>
        </pc:spChg>
        <pc:picChg chg="del">
          <ac:chgData name="Hyunwoo Park/Vision SW Unit" userId="S::hyunwoo1418.park@lge.com::723d7ba9-f7bd-485c-ba0e-f726b6ed3f5f" providerId="AD" clId="Web-{A35A5E59-49E2-6ADF-09C1-68773595D3A8}" dt="2026-07-01T10:34:23.731" v="2461"/>
          <ac:picMkLst>
            <pc:docMk/>
            <pc:sldMk cId="2097103020" sldId="288"/>
            <ac:picMk id="4" creationId="{1E9B3B41-B351-F0CB-6C6A-9D6B049FB383}"/>
          </ac:picMkLst>
        </pc:picChg>
        <pc:picChg chg="add mod">
          <ac:chgData name="Hyunwoo Park/Vision SW Unit" userId="S::hyunwoo1418.park@lge.com::723d7ba9-f7bd-485c-ba0e-f726b6ed3f5f" providerId="AD" clId="Web-{A35A5E59-49E2-6ADF-09C1-68773595D3A8}" dt="2026-07-01T12:01:17.077" v="2536" actId="14100"/>
          <ac:picMkLst>
            <pc:docMk/>
            <pc:sldMk cId="2097103020" sldId="288"/>
            <ac:picMk id="4" creationId="{CFC9C339-7FD2-96C4-7A8A-53E55EA57A11}"/>
          </ac:picMkLst>
        </pc:picChg>
      </pc:sldChg>
      <pc:sldChg chg="addSp delSp modSp add replId">
        <pc:chgData name="Hyunwoo Park/Vision SW Unit" userId="S::hyunwoo1418.park@lge.com::723d7ba9-f7bd-485c-ba0e-f726b6ed3f5f" providerId="AD" clId="Web-{A35A5E59-49E2-6ADF-09C1-68773595D3A8}" dt="2026-07-01T11:21:27.439" v="2511" actId="1076"/>
        <pc:sldMkLst>
          <pc:docMk/>
          <pc:sldMk cId="1920056109" sldId="289"/>
        </pc:sldMkLst>
        <pc:spChg chg="mod">
          <ac:chgData name="Hyunwoo Park/Vision SW Unit" userId="S::hyunwoo1418.park@lge.com::723d7ba9-f7bd-485c-ba0e-f726b6ed3f5f" providerId="AD" clId="Web-{A35A5E59-49E2-6ADF-09C1-68773595D3A8}" dt="2026-07-01T10:57:55.049" v="2504" actId="20577"/>
          <ac:spMkLst>
            <pc:docMk/>
            <pc:sldMk cId="1920056109" sldId="289"/>
            <ac:spMk id="22" creationId="{47167EFE-497B-E50A-E3D7-3FB064A728BE}"/>
          </ac:spMkLst>
        </pc:spChg>
        <pc:picChg chg="add del mod">
          <ac:chgData name="Hyunwoo Park/Vision SW Unit" userId="S::hyunwoo1418.park@lge.com::723d7ba9-f7bd-485c-ba0e-f726b6ed3f5f" providerId="AD" clId="Web-{A35A5E59-49E2-6ADF-09C1-68773595D3A8}" dt="2026-07-01T11:21:03.829" v="2505"/>
          <ac:picMkLst>
            <pc:docMk/>
            <pc:sldMk cId="1920056109" sldId="289"/>
            <ac:picMk id="4" creationId="{E3EDD143-4F6B-79F9-288B-944DD921E42B}"/>
          </ac:picMkLst>
        </pc:picChg>
        <pc:picChg chg="add mod">
          <ac:chgData name="Hyunwoo Park/Vision SW Unit" userId="S::hyunwoo1418.park@lge.com::723d7ba9-f7bd-485c-ba0e-f726b6ed3f5f" providerId="AD" clId="Web-{A35A5E59-49E2-6ADF-09C1-68773595D3A8}" dt="2026-07-01T11:21:27.439" v="2511" actId="1076"/>
          <ac:picMkLst>
            <pc:docMk/>
            <pc:sldMk cId="1920056109" sldId="289"/>
            <ac:picMk id="5" creationId="{886CE4C1-768E-43BD-F71C-645E5F46330A}"/>
          </ac:picMkLst>
        </pc:picChg>
      </pc:sldChg>
    </pc:docChg>
  </pc:docChgLst>
  <pc:docChgLst>
    <pc:chgData name="김승진/연구원/키친솔루션인공지능가전Project" userId="9280cc07-961a-4aed-9b04-26e9bb7d4c86" providerId="ADAL" clId="{A707AFBC-F474-4D7A-ABD6-D0DE07224548}"/>
    <pc:docChg chg="undo custSel modSld">
      <pc:chgData name="김승진/연구원/키친솔루션인공지능가전Project" userId="9280cc07-961a-4aed-9b04-26e9bb7d4c86" providerId="ADAL" clId="{A707AFBC-F474-4D7A-ABD6-D0DE07224548}" dt="2026-07-01T10:59:11.274" v="5" actId="1035"/>
      <pc:docMkLst>
        <pc:docMk/>
      </pc:docMkLst>
      <pc:sldChg chg="addSp modSp">
        <pc:chgData name="김승진/연구원/키친솔루션인공지능가전Project" userId="9280cc07-961a-4aed-9b04-26e9bb7d4c86" providerId="ADAL" clId="{A707AFBC-F474-4D7A-ABD6-D0DE07224548}" dt="2026-07-01T10:26:05.434" v="1" actId="1076"/>
        <pc:sldMkLst>
          <pc:docMk/>
          <pc:sldMk cId="0" sldId="262"/>
        </pc:sldMkLst>
        <pc:picChg chg="add mod">
          <ac:chgData name="김승진/연구원/키친솔루션인공지능가전Project" userId="9280cc07-961a-4aed-9b04-26e9bb7d4c86" providerId="ADAL" clId="{A707AFBC-F474-4D7A-ABD6-D0DE07224548}" dt="2026-07-01T10:26:05.434" v="1" actId="1076"/>
          <ac:picMkLst>
            <pc:docMk/>
            <pc:sldMk cId="0" sldId="262"/>
            <ac:picMk id="1026" creationId="{279CDC9D-65C4-4DDF-BEB1-538E3B7A40C1}"/>
          </ac:picMkLst>
        </pc:picChg>
      </pc:sldChg>
      <pc:sldChg chg="modSp mod">
        <pc:chgData name="김승진/연구원/키친솔루션인공지능가전Project" userId="9280cc07-961a-4aed-9b04-26e9bb7d4c86" providerId="ADAL" clId="{A707AFBC-F474-4D7A-ABD6-D0DE07224548}" dt="2026-07-01T10:59:11.274" v="5" actId="1035"/>
        <pc:sldMkLst>
          <pc:docMk/>
          <pc:sldMk cId="1920056109" sldId="289"/>
        </pc:sldMkLst>
        <pc:spChg chg="mod">
          <ac:chgData name="김승진/연구원/키친솔루션인공지능가전Project" userId="9280cc07-961a-4aed-9b04-26e9bb7d4c86" providerId="ADAL" clId="{A707AFBC-F474-4D7A-ABD6-D0DE07224548}" dt="2026-07-01T10:59:11.274" v="5" actId="1035"/>
          <ac:spMkLst>
            <pc:docMk/>
            <pc:sldMk cId="1920056109" sldId="289"/>
            <ac:spMk id="3" creationId="{7173926A-625D-B56D-79D7-B0ED654F9916}"/>
          </ac:spMkLst>
        </pc:spChg>
      </pc:sldChg>
    </pc:docChg>
  </pc:docChgLst>
  <pc:docChgLst>
    <pc:chgData name="나혁주/연구원/냉장고선행연구팀" userId="cf735287-5bd1-436f-ba7f-5b715b335095" providerId="ADAL" clId="{D4FCE9EF-887A-478F-B63D-D6989E83CACB}"/>
    <pc:docChg chg="modSld">
      <pc:chgData name="나혁주/연구원/냉장고선행연구팀" userId="cf735287-5bd1-436f-ba7f-5b715b335095" providerId="ADAL" clId="{D4FCE9EF-887A-478F-B63D-D6989E83CACB}" dt="2026-07-01T11:42:22.678" v="104" actId="207"/>
      <pc:docMkLst>
        <pc:docMk/>
      </pc:docMkLst>
      <pc:sldChg chg="modSp mod">
        <pc:chgData name="나혁주/연구원/냉장고선행연구팀" userId="cf735287-5bd1-436f-ba7f-5b715b335095" providerId="ADAL" clId="{D4FCE9EF-887A-478F-B63D-D6989E83CACB}" dt="2026-07-01T11:42:22.678" v="104" actId="207"/>
        <pc:sldMkLst>
          <pc:docMk/>
          <pc:sldMk cId="4084496647" sldId="285"/>
        </pc:sldMkLst>
        <pc:spChg chg="mod">
          <ac:chgData name="나혁주/연구원/냉장고선행연구팀" userId="cf735287-5bd1-436f-ba7f-5b715b335095" providerId="ADAL" clId="{D4FCE9EF-887A-478F-B63D-D6989E83CACB}" dt="2026-07-01T11:37:26.881" v="9" actId="14100"/>
          <ac:spMkLst>
            <pc:docMk/>
            <pc:sldMk cId="4084496647" sldId="285"/>
            <ac:spMk id="11" creationId="{5A59B94A-7C32-E391-D0F2-BE7AE07183EF}"/>
          </ac:spMkLst>
        </pc:spChg>
        <pc:spChg chg="mod">
          <ac:chgData name="나혁주/연구원/냉장고선행연구팀" userId="cf735287-5bd1-436f-ba7f-5b715b335095" providerId="ADAL" clId="{D4FCE9EF-887A-478F-B63D-D6989E83CACB}" dt="2026-07-01T11:42:22.678" v="104" actId="207"/>
          <ac:spMkLst>
            <pc:docMk/>
            <pc:sldMk cId="4084496647" sldId="285"/>
            <ac:spMk id="13" creationId="{710715A5-A32E-034F-97EF-FB3CAB012914}"/>
          </ac:spMkLst>
        </pc:spChg>
        <pc:spChg chg="mod">
          <ac:chgData name="나혁주/연구원/냉장고선행연구팀" userId="cf735287-5bd1-436f-ba7f-5b715b335095" providerId="ADAL" clId="{D4FCE9EF-887A-478F-B63D-D6989E83CACB}" dt="2026-07-01T11:37:26.881" v="9" actId="14100"/>
          <ac:spMkLst>
            <pc:docMk/>
            <pc:sldMk cId="4084496647" sldId="285"/>
            <ac:spMk id="19" creationId="{15B55DBA-4C1D-A07F-4D1B-F5766B0311DE}"/>
          </ac:spMkLst>
        </pc:spChg>
        <pc:spChg chg="mod">
          <ac:chgData name="나혁주/연구원/냉장고선행연구팀" userId="cf735287-5bd1-436f-ba7f-5b715b335095" providerId="ADAL" clId="{D4FCE9EF-887A-478F-B63D-D6989E83CACB}" dt="2026-07-01T11:37:41.632" v="31" actId="1036"/>
          <ac:spMkLst>
            <pc:docMk/>
            <pc:sldMk cId="4084496647" sldId="285"/>
            <ac:spMk id="24" creationId="{9E1554E4-7DDD-C151-D6E3-5F7A6567804E}"/>
          </ac:spMkLst>
        </pc:spChg>
        <pc:spChg chg="mod">
          <ac:chgData name="나혁주/연구원/냉장고선행연구팀" userId="cf735287-5bd1-436f-ba7f-5b715b335095" providerId="ADAL" clId="{D4FCE9EF-887A-478F-B63D-D6989E83CACB}" dt="2026-07-01T11:37:41.632" v="31" actId="1036"/>
          <ac:spMkLst>
            <pc:docMk/>
            <pc:sldMk cId="4084496647" sldId="285"/>
            <ac:spMk id="26" creationId="{4A82FC5E-B911-021E-F049-913278DC5231}"/>
          </ac:spMkLst>
        </pc:spChg>
        <pc:spChg chg="mod">
          <ac:chgData name="나혁주/연구원/냉장고선행연구팀" userId="cf735287-5bd1-436f-ba7f-5b715b335095" providerId="ADAL" clId="{D4FCE9EF-887A-478F-B63D-D6989E83CACB}" dt="2026-07-01T11:42:22.678" v="104" actId="207"/>
          <ac:spMkLst>
            <pc:docMk/>
            <pc:sldMk cId="4084496647" sldId="285"/>
            <ac:spMk id="28" creationId="{19A747CA-7BB4-5E70-92BB-999DC760032E}"/>
          </ac:spMkLst>
        </pc:spChg>
      </pc:sldChg>
      <pc:sldChg chg="addSp modSp mod">
        <pc:chgData name="나혁주/연구원/냉장고선행연구팀" userId="cf735287-5bd1-436f-ba7f-5b715b335095" providerId="ADAL" clId="{D4FCE9EF-887A-478F-B63D-D6989E83CACB}" dt="2026-07-01T11:41:26.306" v="103" actId="1076"/>
        <pc:sldMkLst>
          <pc:docMk/>
          <pc:sldMk cId="2028342661" sldId="286"/>
        </pc:sldMkLst>
        <pc:spChg chg="add mod">
          <ac:chgData name="나혁주/연구원/냉장고선행연구팀" userId="cf735287-5bd1-436f-ba7f-5b715b335095" providerId="ADAL" clId="{D4FCE9EF-887A-478F-B63D-D6989E83CACB}" dt="2026-07-01T11:41:26.306" v="103" actId="1076"/>
          <ac:spMkLst>
            <pc:docMk/>
            <pc:sldMk cId="2028342661" sldId="286"/>
            <ac:spMk id="7" creationId="{95D47E5F-0914-CBD4-C2AB-13AF0260519B}"/>
          </ac:spMkLst>
        </pc:spChg>
        <pc:picChg chg="mod modCrop">
          <ac:chgData name="나혁주/연구원/냉장고선행연구팀" userId="cf735287-5bd1-436f-ba7f-5b715b335095" providerId="ADAL" clId="{D4FCE9EF-887A-478F-B63D-D6989E83CACB}" dt="2026-07-01T11:38:59.524" v="32" actId="732"/>
          <ac:picMkLst>
            <pc:docMk/>
            <pc:sldMk cId="2028342661" sldId="286"/>
            <ac:picMk id="6" creationId="{318708F1-36DD-304D-C0C7-FEB02D94ADF8}"/>
          </ac:picMkLst>
        </pc:picChg>
      </pc:sldChg>
    </pc:docChg>
  </pc:docChgLst>
  <pc:docChgLst>
    <pc:chgData name="Hyunwoo Park/Vision SW Unit" userId="S::hyunwoo1418.park@lge.com::723d7ba9-f7bd-485c-ba0e-f726b6ed3f5f" providerId="AD" clId="Web-{511F2C53-026C-7DB3-FB92-177E46C37310}"/>
    <pc:docChg chg="addSld modSld">
      <pc:chgData name="Hyunwoo Park/Vision SW Unit" userId="S::hyunwoo1418.park@lge.com::723d7ba9-f7bd-485c-ba0e-f726b6ed3f5f" providerId="AD" clId="Web-{511F2C53-026C-7DB3-FB92-177E46C37310}" dt="2026-06-30T07:55:32.001" v="373" actId="20577"/>
      <pc:docMkLst>
        <pc:docMk/>
      </pc:docMkLst>
      <pc:sldChg chg="modSp">
        <pc:chgData name="Hyunwoo Park/Vision SW Unit" userId="S::hyunwoo1418.park@lge.com::723d7ba9-f7bd-485c-ba0e-f726b6ed3f5f" providerId="AD" clId="Web-{511F2C53-026C-7DB3-FB92-177E46C37310}" dt="2026-06-30T04:43:35.747" v="30" actId="20577"/>
        <pc:sldMkLst>
          <pc:docMk/>
          <pc:sldMk cId="0" sldId="256"/>
        </pc:sldMkLst>
        <pc:spChg chg="mod">
          <ac:chgData name="Hyunwoo Park/Vision SW Unit" userId="S::hyunwoo1418.park@lge.com::723d7ba9-f7bd-485c-ba0e-f726b6ed3f5f" providerId="AD" clId="Web-{511F2C53-026C-7DB3-FB92-177E46C37310}" dt="2026-06-30T04:43:35.747" v="30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">
        <pc:chgData name="Hyunwoo Park/Vision SW Unit" userId="S::hyunwoo1418.park@lge.com::723d7ba9-f7bd-485c-ba0e-f726b6ed3f5f" providerId="AD" clId="Web-{511F2C53-026C-7DB3-FB92-177E46C37310}" dt="2026-06-30T05:49:13.505" v="111" actId="20577"/>
        <pc:sldMkLst>
          <pc:docMk/>
          <pc:sldMk cId="0" sldId="257"/>
        </pc:sldMkLst>
        <pc:spChg chg="mod">
          <ac:chgData name="Hyunwoo Park/Vision SW Unit" userId="S::hyunwoo1418.park@lge.com::723d7ba9-f7bd-485c-ba0e-f726b6ed3f5f" providerId="AD" clId="Web-{511F2C53-026C-7DB3-FB92-177E46C37310}" dt="2026-06-30T05:49:13.505" v="111" actId="20577"/>
          <ac:spMkLst>
            <pc:docMk/>
            <pc:sldMk cId="0" sldId="257"/>
            <ac:spMk id="11" creationId="{00000000-0000-0000-0000-000000000000}"/>
          </ac:spMkLst>
        </pc:spChg>
      </pc:sldChg>
      <pc:sldChg chg="addSp delSp modSp">
        <pc:chgData name="Hyunwoo Park/Vision SW Unit" userId="S::hyunwoo1418.park@lge.com::723d7ba9-f7bd-485c-ba0e-f726b6ed3f5f" providerId="AD" clId="Web-{511F2C53-026C-7DB3-FB92-177E46C37310}" dt="2026-06-30T07:03:11.930" v="249" actId="20577"/>
        <pc:sldMkLst>
          <pc:docMk/>
          <pc:sldMk cId="0" sldId="259"/>
        </pc:sldMkLst>
        <pc:spChg chg="mod">
          <ac:chgData name="Hyunwoo Park/Vision SW Unit" userId="S::hyunwoo1418.park@lge.com::723d7ba9-f7bd-485c-ba0e-f726b6ed3f5f" providerId="AD" clId="Web-{511F2C53-026C-7DB3-FB92-177E46C37310}" dt="2026-06-30T05:55:42.564" v="113" actId="20577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Hyunwoo Park/Vision SW Unit" userId="S::hyunwoo1418.park@lge.com::723d7ba9-f7bd-485c-ba0e-f726b6ed3f5f" providerId="AD" clId="Web-{511F2C53-026C-7DB3-FB92-177E46C37310}" dt="2026-06-30T06:25:55.357" v="177" actId="20577"/>
          <ac:spMkLst>
            <pc:docMk/>
            <pc:sldMk cId="0" sldId="259"/>
            <ac:spMk id="5" creationId="{8CE84066-718B-96E8-98BE-18474D3F2A07}"/>
          </ac:spMkLst>
        </pc:spChg>
        <pc:spChg chg="del">
          <ac:chgData name="Hyunwoo Park/Vision SW Unit" userId="S::hyunwoo1418.park@lge.com::723d7ba9-f7bd-485c-ba0e-f726b6ed3f5f" providerId="AD" clId="Web-{511F2C53-026C-7DB3-FB92-177E46C37310}" dt="2026-06-30T05:57:49.959" v="136"/>
          <ac:spMkLst>
            <pc:docMk/>
            <pc:sldMk cId="0" sldId="259"/>
            <ac:spMk id="9" creationId="{00000000-0000-0000-0000-000000000000}"/>
          </ac:spMkLst>
        </pc:spChg>
        <pc:spChg chg="mod">
          <ac:chgData name="Hyunwoo Park/Vision SW Unit" userId="S::hyunwoo1418.park@lge.com::723d7ba9-f7bd-485c-ba0e-f726b6ed3f5f" providerId="AD" clId="Web-{511F2C53-026C-7DB3-FB92-177E46C37310}" dt="2026-06-30T06:32:26.358" v="193" actId="20577"/>
          <ac:spMkLst>
            <pc:docMk/>
            <pc:sldMk cId="0" sldId="259"/>
            <ac:spMk id="12" creationId="{00000000-0000-0000-0000-000000000000}"/>
          </ac:spMkLst>
        </pc:spChg>
        <pc:spChg chg="del">
          <ac:chgData name="Hyunwoo Park/Vision SW Unit" userId="S::hyunwoo1418.park@lge.com::723d7ba9-f7bd-485c-ba0e-f726b6ed3f5f" providerId="AD" clId="Web-{511F2C53-026C-7DB3-FB92-177E46C37310}" dt="2026-06-30T05:57:55.991" v="140"/>
          <ac:spMkLst>
            <pc:docMk/>
            <pc:sldMk cId="0" sldId="259"/>
            <ac:spMk id="13" creationId="{00000000-0000-0000-0000-000000000000}"/>
          </ac:spMkLst>
        </pc:spChg>
        <pc:spChg chg="mod">
          <ac:chgData name="Hyunwoo Park/Vision SW Unit" userId="S::hyunwoo1418.park@lge.com::723d7ba9-f7bd-485c-ba0e-f726b6ed3f5f" providerId="AD" clId="Web-{511F2C53-026C-7DB3-FB92-177E46C37310}" dt="2026-06-30T07:03:11.930" v="249" actId="20577"/>
          <ac:spMkLst>
            <pc:docMk/>
            <pc:sldMk cId="0" sldId="259"/>
            <ac:spMk id="18" creationId="{00000000-0000-0000-0000-000000000000}"/>
          </ac:spMkLst>
        </pc:spChg>
        <pc:spChg chg="del">
          <ac:chgData name="Hyunwoo Park/Vision SW Unit" userId="S::hyunwoo1418.park@lge.com::723d7ba9-f7bd-485c-ba0e-f726b6ed3f5f" providerId="AD" clId="Web-{511F2C53-026C-7DB3-FB92-177E46C37310}" dt="2026-06-30T05:57:55.991" v="139"/>
          <ac:spMkLst>
            <pc:docMk/>
            <pc:sldMk cId="0" sldId="259"/>
            <ac:spMk id="19" creationId="{00000000-0000-0000-0000-000000000000}"/>
          </ac:spMkLst>
        </pc:spChg>
        <pc:spChg chg="mod">
          <ac:chgData name="Hyunwoo Park/Vision SW Unit" userId="S::hyunwoo1418.park@lge.com::723d7ba9-f7bd-485c-ba0e-f726b6ed3f5f" providerId="AD" clId="Web-{511F2C53-026C-7DB3-FB92-177E46C37310}" dt="2026-06-30T06:33:14.485" v="218" actId="20577"/>
          <ac:spMkLst>
            <pc:docMk/>
            <pc:sldMk cId="0" sldId="259"/>
            <ac:spMk id="24" creationId="{00000000-0000-0000-0000-000000000000}"/>
          </ac:spMkLst>
        </pc:spChg>
        <pc:spChg chg="del">
          <ac:chgData name="Hyunwoo Park/Vision SW Unit" userId="S::hyunwoo1418.park@lge.com::723d7ba9-f7bd-485c-ba0e-f726b6ed3f5f" providerId="AD" clId="Web-{511F2C53-026C-7DB3-FB92-177E46C37310}" dt="2026-06-30T05:57:55.991" v="138"/>
          <ac:spMkLst>
            <pc:docMk/>
            <pc:sldMk cId="0" sldId="259"/>
            <ac:spMk id="25" creationId="{00000000-0000-0000-0000-000000000000}"/>
          </ac:spMkLst>
        </pc:spChg>
        <pc:spChg chg="mod">
          <ac:chgData name="Hyunwoo Park/Vision SW Unit" userId="S::hyunwoo1418.park@lge.com::723d7ba9-f7bd-485c-ba0e-f726b6ed3f5f" providerId="AD" clId="Web-{511F2C53-026C-7DB3-FB92-177E46C37310}" dt="2026-06-30T06:33:44.658" v="226" actId="20577"/>
          <ac:spMkLst>
            <pc:docMk/>
            <pc:sldMk cId="0" sldId="259"/>
            <ac:spMk id="30" creationId="{00000000-0000-0000-0000-000000000000}"/>
          </ac:spMkLst>
        </pc:spChg>
        <pc:spChg chg="del">
          <ac:chgData name="Hyunwoo Park/Vision SW Unit" userId="S::hyunwoo1418.park@lge.com::723d7ba9-f7bd-485c-ba0e-f726b6ed3f5f" providerId="AD" clId="Web-{511F2C53-026C-7DB3-FB92-177E46C37310}" dt="2026-06-30T05:57:55.991" v="137"/>
          <ac:spMkLst>
            <pc:docMk/>
            <pc:sldMk cId="0" sldId="259"/>
            <ac:spMk id="31" creationId="{00000000-0000-0000-0000-000000000000}"/>
          </ac:spMkLst>
        </pc:spChg>
      </pc:sldChg>
      <pc:sldChg chg="modSp">
        <pc:chgData name="Hyunwoo Park/Vision SW Unit" userId="S::hyunwoo1418.park@lge.com::723d7ba9-f7bd-485c-ba0e-f726b6ed3f5f" providerId="AD" clId="Web-{511F2C53-026C-7DB3-FB92-177E46C37310}" dt="2026-06-30T05:38:28.282" v="101" actId="20577"/>
        <pc:sldMkLst>
          <pc:docMk/>
          <pc:sldMk cId="2548201608" sldId="272"/>
        </pc:sldMkLst>
        <pc:spChg chg="mod">
          <ac:chgData name="Hyunwoo Park/Vision SW Unit" userId="S::hyunwoo1418.park@lge.com::723d7ba9-f7bd-485c-ba0e-f726b6ed3f5f" providerId="AD" clId="Web-{511F2C53-026C-7DB3-FB92-177E46C37310}" dt="2026-06-30T05:38:28.282" v="101" actId="20577"/>
          <ac:spMkLst>
            <pc:docMk/>
            <pc:sldMk cId="2548201608" sldId="272"/>
            <ac:spMk id="7" creationId="{CBEFCE4F-ACF7-C252-4415-7539383EEFB1}"/>
          </ac:spMkLst>
        </pc:spChg>
        <pc:spChg chg="mod">
          <ac:chgData name="Hyunwoo Park/Vision SW Unit" userId="S::hyunwoo1418.park@lge.com::723d7ba9-f7bd-485c-ba0e-f726b6ed3f5f" providerId="AD" clId="Web-{511F2C53-026C-7DB3-FB92-177E46C37310}" dt="2026-06-30T05:36:35.653" v="86" actId="20577"/>
          <ac:spMkLst>
            <pc:docMk/>
            <pc:sldMk cId="2548201608" sldId="272"/>
            <ac:spMk id="18" creationId="{D0B38B1E-A69D-19F1-A782-000679A9FD3F}"/>
          </ac:spMkLst>
        </pc:spChg>
      </pc:sldChg>
      <pc:sldChg chg="addSp delSp modSp add replId">
        <pc:chgData name="Hyunwoo Park/Vision SW Unit" userId="S::hyunwoo1418.park@lge.com::723d7ba9-f7bd-485c-ba0e-f726b6ed3f5f" providerId="AD" clId="Web-{511F2C53-026C-7DB3-FB92-177E46C37310}" dt="2026-06-30T07:55:32.001" v="373" actId="20577"/>
        <pc:sldMkLst>
          <pc:docMk/>
          <pc:sldMk cId="3582549616" sldId="273"/>
        </pc:sldMkLst>
        <pc:spChg chg="mod">
          <ac:chgData name="Hyunwoo Park/Vision SW Unit" userId="S::hyunwoo1418.park@lge.com::723d7ba9-f7bd-485c-ba0e-f726b6ed3f5f" providerId="AD" clId="Web-{511F2C53-026C-7DB3-FB92-177E46C37310}" dt="2026-06-30T07:24:26.086" v="253" actId="20577"/>
          <ac:spMkLst>
            <pc:docMk/>
            <pc:sldMk cId="3582549616" sldId="273"/>
            <ac:spMk id="3" creationId="{52390F99-58F4-EE8A-A5FC-FA42C28C4B0A}"/>
          </ac:spMkLst>
        </pc:spChg>
        <pc:spChg chg="add mod">
          <ac:chgData name="Hyunwoo Park/Vision SW Unit" userId="S::hyunwoo1418.park@lge.com::723d7ba9-f7bd-485c-ba0e-f726b6ed3f5f" providerId="AD" clId="Web-{511F2C53-026C-7DB3-FB92-177E46C37310}" dt="2026-06-30T07:51:30.914" v="303" actId="1076"/>
          <ac:spMkLst>
            <pc:docMk/>
            <pc:sldMk cId="3582549616" sldId="273"/>
            <ac:spMk id="4" creationId="{E1F0E4E8-5294-2CD4-127A-1276E0F73D6F}"/>
          </ac:spMkLst>
        </pc:spChg>
        <pc:spChg chg="add mod">
          <ac:chgData name="Hyunwoo Park/Vision SW Unit" userId="S::hyunwoo1418.park@lge.com::723d7ba9-f7bd-485c-ba0e-f726b6ed3f5f" providerId="AD" clId="Web-{511F2C53-026C-7DB3-FB92-177E46C37310}" dt="2026-06-30T06:35:02.677" v="238" actId="20577"/>
          <ac:spMkLst>
            <pc:docMk/>
            <pc:sldMk cId="3582549616" sldId="273"/>
            <ac:spMk id="5" creationId="{254A762C-DDC0-5658-39D4-CD9A2F2367C6}"/>
          </ac:spMkLst>
        </pc:spChg>
        <pc:spChg chg="mod">
          <ac:chgData name="Hyunwoo Park/Vision SW Unit" userId="S::hyunwoo1418.park@lge.com::723d7ba9-f7bd-485c-ba0e-f726b6ed3f5f" providerId="AD" clId="Web-{511F2C53-026C-7DB3-FB92-177E46C37310}" dt="2026-06-30T07:24:29.696" v="254" actId="20577"/>
          <ac:spMkLst>
            <pc:docMk/>
            <pc:sldMk cId="3582549616" sldId="273"/>
            <ac:spMk id="8" creationId="{CAC6340D-6CC2-C533-C338-AF6ECBDA86B4}"/>
          </ac:spMkLst>
        </pc:spChg>
        <pc:spChg chg="del">
          <ac:chgData name="Hyunwoo Park/Vision SW Unit" userId="S::hyunwoo1418.park@lge.com::723d7ba9-f7bd-485c-ba0e-f726b6ed3f5f" providerId="AD" clId="Web-{511F2C53-026C-7DB3-FB92-177E46C37310}" dt="2026-06-30T05:59:01.149" v="155"/>
          <ac:spMkLst>
            <pc:docMk/>
            <pc:sldMk cId="3582549616" sldId="273"/>
            <ac:spMk id="9" creationId="{0F792B1E-E1DD-FD07-AEEC-6E95FDCDEE94}"/>
          </ac:spMkLst>
        </pc:spChg>
        <pc:spChg chg="add mod">
          <ac:chgData name="Hyunwoo Park/Vision SW Unit" userId="S::hyunwoo1418.park@lge.com::723d7ba9-f7bd-485c-ba0e-f726b6ed3f5f" providerId="AD" clId="Web-{511F2C53-026C-7DB3-FB92-177E46C37310}" dt="2026-06-30T07:51:54.540" v="315" actId="20577"/>
          <ac:spMkLst>
            <pc:docMk/>
            <pc:sldMk cId="3582549616" sldId="273"/>
            <ac:spMk id="9" creationId="{9CB2C41F-188B-98C0-9916-5585050CA906}"/>
          </ac:spMkLst>
        </pc:spChg>
        <pc:spChg chg="mod">
          <ac:chgData name="Hyunwoo Park/Vision SW Unit" userId="S::hyunwoo1418.park@lge.com::723d7ba9-f7bd-485c-ba0e-f726b6ed3f5f" providerId="AD" clId="Web-{511F2C53-026C-7DB3-FB92-177E46C37310}" dt="2026-06-30T07:48:58.252" v="264" actId="1076"/>
          <ac:spMkLst>
            <pc:docMk/>
            <pc:sldMk cId="3582549616" sldId="273"/>
            <ac:spMk id="10" creationId="{7F388886-D838-C8BF-B449-BD47C92E1351}"/>
          </ac:spMkLst>
        </pc:spChg>
        <pc:spChg chg="mod">
          <ac:chgData name="Hyunwoo Park/Vision SW Unit" userId="S::hyunwoo1418.park@lge.com::723d7ba9-f7bd-485c-ba0e-f726b6ed3f5f" providerId="AD" clId="Web-{511F2C53-026C-7DB3-FB92-177E46C37310}" dt="2026-06-30T07:48:48.798" v="260" actId="20577"/>
          <ac:spMkLst>
            <pc:docMk/>
            <pc:sldMk cId="3582549616" sldId="273"/>
            <ac:spMk id="11" creationId="{A92DBEEA-276D-5DB2-A5FA-0CDD20256AF3}"/>
          </ac:spMkLst>
        </pc:spChg>
        <pc:spChg chg="mod">
          <ac:chgData name="Hyunwoo Park/Vision SW Unit" userId="S::hyunwoo1418.park@lge.com::723d7ba9-f7bd-485c-ba0e-f726b6ed3f5f" providerId="AD" clId="Web-{511F2C53-026C-7DB3-FB92-177E46C37310}" dt="2026-06-30T07:54:19.420" v="353" actId="20577"/>
          <ac:spMkLst>
            <pc:docMk/>
            <pc:sldMk cId="3582549616" sldId="273"/>
            <ac:spMk id="12" creationId="{051E11E3-7060-1721-0B84-AFB62A6052D2}"/>
          </ac:spMkLst>
        </pc:spChg>
        <pc:spChg chg="add del">
          <ac:chgData name="Hyunwoo Park/Vision SW Unit" userId="S::hyunwoo1418.park@lge.com::723d7ba9-f7bd-485c-ba0e-f726b6ed3f5f" providerId="AD" clId="Web-{511F2C53-026C-7DB3-FB92-177E46C37310}" dt="2026-06-30T07:54:25.842" v="354"/>
          <ac:spMkLst>
            <pc:docMk/>
            <pc:sldMk cId="3582549616" sldId="273"/>
            <ac:spMk id="13" creationId="{28C29D08-699E-3712-B6E2-31AB6AE5C3D3}"/>
          </ac:spMkLst>
        </pc:spChg>
        <pc:spChg chg="add mod">
          <ac:chgData name="Hyunwoo Park/Vision SW Unit" userId="S::hyunwoo1418.park@lge.com::723d7ba9-f7bd-485c-ba0e-f726b6ed3f5f" providerId="AD" clId="Web-{511F2C53-026C-7DB3-FB92-177E46C37310}" dt="2026-06-30T07:51:31.023" v="305" actId="1076"/>
          <ac:spMkLst>
            <pc:docMk/>
            <pc:sldMk cId="3582549616" sldId="273"/>
            <ac:spMk id="14" creationId="{485E146B-D369-2A84-7244-8C3C70AA19C6}"/>
          </ac:spMkLst>
        </pc:spChg>
        <pc:spChg chg="add del mod">
          <ac:chgData name="Hyunwoo Park/Vision SW Unit" userId="S::hyunwoo1418.park@lge.com::723d7ba9-f7bd-485c-ba0e-f726b6ed3f5f" providerId="AD" clId="Web-{511F2C53-026C-7DB3-FB92-177E46C37310}" dt="2026-06-30T07:54:31.858" v="358"/>
          <ac:spMkLst>
            <pc:docMk/>
            <pc:sldMk cId="3582549616" sldId="273"/>
            <ac:spMk id="15" creationId="{31CBC0D9-6F3C-3266-85AE-63894D3D0C26}"/>
          </ac:spMkLst>
        </pc:spChg>
        <pc:spChg chg="mod">
          <ac:chgData name="Hyunwoo Park/Vision SW Unit" userId="S::hyunwoo1418.park@lge.com::723d7ba9-f7bd-485c-ba0e-f726b6ed3f5f" providerId="AD" clId="Web-{511F2C53-026C-7DB3-FB92-177E46C37310}" dt="2026-06-30T07:50:59.069" v="294" actId="20577"/>
          <ac:spMkLst>
            <pc:docMk/>
            <pc:sldMk cId="3582549616" sldId="273"/>
            <ac:spMk id="17" creationId="{9D8945D4-1F85-8D20-7B6C-2A993AEE4344}"/>
          </ac:spMkLst>
        </pc:spChg>
        <pc:spChg chg="mod">
          <ac:chgData name="Hyunwoo Park/Vision SW Unit" userId="S::hyunwoo1418.park@lge.com::723d7ba9-f7bd-485c-ba0e-f726b6ed3f5f" providerId="AD" clId="Web-{511F2C53-026C-7DB3-FB92-177E46C37310}" dt="2026-06-30T07:54:06.654" v="347" actId="20577"/>
          <ac:spMkLst>
            <pc:docMk/>
            <pc:sldMk cId="3582549616" sldId="273"/>
            <ac:spMk id="18" creationId="{DAA9B584-AED5-E2A3-1B79-1B968F016E4D}"/>
          </ac:spMkLst>
        </pc:spChg>
        <pc:spChg chg="del">
          <ac:chgData name="Hyunwoo Park/Vision SW Unit" userId="S::hyunwoo1418.park@lge.com::723d7ba9-f7bd-485c-ba0e-f726b6ed3f5f" providerId="AD" clId="Web-{511F2C53-026C-7DB3-FB92-177E46C37310}" dt="2026-06-30T07:54:27.186" v="355"/>
          <ac:spMkLst>
            <pc:docMk/>
            <pc:sldMk cId="3582549616" sldId="273"/>
            <ac:spMk id="19" creationId="{B0DAF3D2-6B3C-2850-A33E-97D8575F569A}"/>
          </ac:spMkLst>
        </pc:spChg>
        <pc:spChg chg="mod">
          <ac:chgData name="Hyunwoo Park/Vision SW Unit" userId="S::hyunwoo1418.park@lge.com::723d7ba9-f7bd-485c-ba0e-f726b6ed3f5f" providerId="AD" clId="Web-{511F2C53-026C-7DB3-FB92-177E46C37310}" dt="2026-06-30T07:51:12.619" v="298" actId="20577"/>
          <ac:spMkLst>
            <pc:docMk/>
            <pc:sldMk cId="3582549616" sldId="273"/>
            <ac:spMk id="23" creationId="{4E0FE9CF-3D1C-52AD-17D3-1A01C3EC8B0A}"/>
          </ac:spMkLst>
        </pc:spChg>
        <pc:spChg chg="mod">
          <ac:chgData name="Hyunwoo Park/Vision SW Unit" userId="S::hyunwoo1418.park@lge.com::723d7ba9-f7bd-485c-ba0e-f726b6ed3f5f" providerId="AD" clId="Web-{511F2C53-026C-7DB3-FB92-177E46C37310}" dt="2026-06-30T07:55:17.266" v="372" actId="20577"/>
          <ac:spMkLst>
            <pc:docMk/>
            <pc:sldMk cId="3582549616" sldId="273"/>
            <ac:spMk id="24" creationId="{AD80E091-8DFB-3248-CF14-2C2C469307B9}"/>
          </ac:spMkLst>
        </pc:spChg>
        <pc:spChg chg="del">
          <ac:chgData name="Hyunwoo Park/Vision SW Unit" userId="S::hyunwoo1418.park@lge.com::723d7ba9-f7bd-485c-ba0e-f726b6ed3f5f" providerId="AD" clId="Web-{511F2C53-026C-7DB3-FB92-177E46C37310}" dt="2026-06-30T07:54:29.014" v="356"/>
          <ac:spMkLst>
            <pc:docMk/>
            <pc:sldMk cId="3582549616" sldId="273"/>
            <ac:spMk id="25" creationId="{0E492DC0-EE1B-6909-C242-0B1FB22FC3BA}"/>
          </ac:spMkLst>
        </pc:spChg>
        <pc:spChg chg="mod">
          <ac:chgData name="Hyunwoo Park/Vision SW Unit" userId="S::hyunwoo1418.park@lge.com::723d7ba9-f7bd-485c-ba0e-f726b6ed3f5f" providerId="AD" clId="Web-{511F2C53-026C-7DB3-FB92-177E46C37310}" dt="2026-06-30T07:51:56.477" v="316" actId="20577"/>
          <ac:spMkLst>
            <pc:docMk/>
            <pc:sldMk cId="3582549616" sldId="273"/>
            <ac:spMk id="29" creationId="{A5D24FB6-9B1F-2015-F34B-929760F7F6ED}"/>
          </ac:spMkLst>
        </pc:spChg>
        <pc:spChg chg="mod">
          <ac:chgData name="Hyunwoo Park/Vision SW Unit" userId="S::hyunwoo1418.park@lge.com::723d7ba9-f7bd-485c-ba0e-f726b6ed3f5f" providerId="AD" clId="Web-{511F2C53-026C-7DB3-FB92-177E46C37310}" dt="2026-06-30T07:55:32.001" v="373" actId="20577"/>
          <ac:spMkLst>
            <pc:docMk/>
            <pc:sldMk cId="3582549616" sldId="273"/>
            <ac:spMk id="30" creationId="{874D9B44-CBB9-240D-A125-47EC1535E507}"/>
          </ac:spMkLst>
        </pc:spChg>
        <pc:spChg chg="del">
          <ac:chgData name="Hyunwoo Park/Vision SW Unit" userId="S::hyunwoo1418.park@lge.com::723d7ba9-f7bd-485c-ba0e-f726b6ed3f5f" providerId="AD" clId="Web-{511F2C53-026C-7DB3-FB92-177E46C37310}" dt="2026-06-30T07:54:30.405" v="357"/>
          <ac:spMkLst>
            <pc:docMk/>
            <pc:sldMk cId="3582549616" sldId="273"/>
            <ac:spMk id="31" creationId="{C87EEF93-AAC1-FDC2-78E3-11E506734FA6}"/>
          </ac:spMkLst>
        </pc:spChg>
      </pc:sldChg>
    </pc:docChg>
  </pc:docChgLst>
  <pc:docChgLst>
    <pc:chgData name="송유진/선임연구원/차세대컴퓨팅(연)DeAI Task" userId="S::yujin412.song@lge.com::81818d51-9271-40d1-9ae4-2bc9eac3c3ca" providerId="AD" clId="Web-{D78921B5-2AD1-B866-B0E6-8D02C67C0C3C}"/>
    <pc:docChg chg="modSld">
      <pc:chgData name="송유진/선임연구원/차세대컴퓨팅(연)DeAI Task" userId="S::yujin412.song@lge.com::81818d51-9271-40d1-9ae4-2bc9eac3c3ca" providerId="AD" clId="Web-{D78921B5-2AD1-B866-B0E6-8D02C67C0C3C}" dt="2026-07-01T12:13:13.888" v="53" actId="14100"/>
      <pc:docMkLst>
        <pc:docMk/>
      </pc:docMkLst>
      <pc:sldChg chg="delAnim">
        <pc:chgData name="송유진/선임연구원/차세대컴퓨팅(연)DeAI Task" userId="S::yujin412.song@lge.com::81818d51-9271-40d1-9ae4-2bc9eac3c3ca" providerId="AD" clId="Web-{D78921B5-2AD1-B866-B0E6-8D02C67C0C3C}" dt="2026-07-01T12:05:27.716" v="6"/>
        <pc:sldMkLst>
          <pc:docMk/>
          <pc:sldMk cId="948755974" sldId="270"/>
        </pc:sldMkLst>
      </pc:sldChg>
      <pc:sldChg chg="delAnim">
        <pc:chgData name="송유진/선임연구원/차세대컴퓨팅(연)DeAI Task" userId="S::yujin412.song@lge.com::81818d51-9271-40d1-9ae4-2bc9eac3c3ca" providerId="AD" clId="Web-{D78921B5-2AD1-B866-B0E6-8D02C67C0C3C}" dt="2026-07-01T12:05:23.357" v="3"/>
        <pc:sldMkLst>
          <pc:docMk/>
          <pc:sldMk cId="374638143" sldId="271"/>
        </pc:sldMkLst>
      </pc:sldChg>
      <pc:sldChg chg="delAnim">
        <pc:chgData name="송유진/선임연구원/차세대컴퓨팅(연)DeAI Task" userId="S::yujin412.song@lge.com::81818d51-9271-40d1-9ae4-2bc9eac3c3ca" providerId="AD" clId="Web-{D78921B5-2AD1-B866-B0E6-8D02C67C0C3C}" dt="2026-07-01T12:05:20.435" v="1"/>
        <pc:sldMkLst>
          <pc:docMk/>
          <pc:sldMk cId="2548201608" sldId="272"/>
        </pc:sldMkLst>
      </pc:sldChg>
      <pc:sldChg chg="addSp delSp modSp">
        <pc:chgData name="송유진/선임연구원/차세대컴퓨팅(연)DeAI Task" userId="S::yujin412.song@lge.com::81818d51-9271-40d1-9ae4-2bc9eac3c3ca" providerId="AD" clId="Web-{D78921B5-2AD1-B866-B0E6-8D02C67C0C3C}" dt="2026-07-01T12:13:13.888" v="53" actId="14100"/>
        <pc:sldMkLst>
          <pc:docMk/>
          <pc:sldMk cId="1576189168" sldId="277"/>
        </pc:sldMkLst>
        <pc:picChg chg="del">
          <ac:chgData name="송유진/선임연구원/차세대컴퓨팅(연)DeAI Task" userId="S::yujin412.song@lge.com::81818d51-9271-40d1-9ae4-2bc9eac3c3ca" providerId="AD" clId="Web-{D78921B5-2AD1-B866-B0E6-8D02C67C0C3C}" dt="2026-07-01T12:10:11.366" v="15"/>
          <ac:picMkLst>
            <pc:docMk/>
            <pc:sldMk cId="1576189168" sldId="277"/>
            <ac:picMk id="4" creationId="{B08893B2-467A-6DB0-2A42-1146BC62666F}"/>
          </ac:picMkLst>
        </pc:picChg>
        <pc:picChg chg="add mod">
          <ac:chgData name="송유진/선임연구원/차세대컴퓨팅(연)DeAI Task" userId="S::yujin412.song@lge.com::81818d51-9271-40d1-9ae4-2bc9eac3c3ca" providerId="AD" clId="Web-{D78921B5-2AD1-B866-B0E6-8D02C67C0C3C}" dt="2026-07-01T12:12:50.825" v="51" actId="1076"/>
          <ac:picMkLst>
            <pc:docMk/>
            <pc:sldMk cId="1576189168" sldId="277"/>
            <ac:picMk id="6" creationId="{125CE99A-F4F1-7024-AE55-3A090E723114}"/>
          </ac:picMkLst>
        </pc:picChg>
        <pc:picChg chg="add del mod">
          <ac:chgData name="송유진/선임연구원/차세대컴퓨팅(연)DeAI Task" userId="S::yujin412.song@lge.com::81818d51-9271-40d1-9ae4-2bc9eac3c3ca" providerId="AD" clId="Web-{D78921B5-2AD1-B866-B0E6-8D02C67C0C3C}" dt="2026-07-01T12:12:02.605" v="35"/>
          <ac:picMkLst>
            <pc:docMk/>
            <pc:sldMk cId="1576189168" sldId="277"/>
            <ac:picMk id="7" creationId="{CDE9E5C9-7903-BAF1-8CDA-9C23D5BA486B}"/>
          </ac:picMkLst>
        </pc:picChg>
        <pc:picChg chg="add mod">
          <ac:chgData name="송유진/선임연구원/차세대컴퓨팅(연)DeAI Task" userId="S::yujin412.song@lge.com::81818d51-9271-40d1-9ae4-2bc9eac3c3ca" providerId="AD" clId="Web-{D78921B5-2AD1-B866-B0E6-8D02C67C0C3C}" dt="2026-07-01T12:12:23.777" v="42" actId="1076"/>
          <ac:picMkLst>
            <pc:docMk/>
            <pc:sldMk cId="1576189168" sldId="277"/>
            <ac:picMk id="8" creationId="{4F71B89E-7D77-89F7-FEF3-A85BAA8DFD0D}"/>
          </ac:picMkLst>
        </pc:picChg>
        <pc:picChg chg="del">
          <ac:chgData name="송유진/선임연구원/차세대컴퓨팅(연)DeAI Task" userId="S::yujin412.song@lge.com::81818d51-9271-40d1-9ae4-2bc9eac3c3ca" providerId="AD" clId="Web-{D78921B5-2AD1-B866-B0E6-8D02C67C0C3C}" dt="2026-07-01T12:10:28.476" v="21"/>
          <ac:picMkLst>
            <pc:docMk/>
            <pc:sldMk cId="1576189168" sldId="277"/>
            <ac:picMk id="9" creationId="{CF36B489-9BFD-34A9-DECA-79BE8E0CB6DB}"/>
          </ac:picMkLst>
        </pc:picChg>
        <pc:picChg chg="add mod">
          <ac:chgData name="송유진/선임연구원/차세대컴퓨팅(연)DeAI Task" userId="S::yujin412.song@lge.com::81818d51-9271-40d1-9ae4-2bc9eac3c3ca" providerId="AD" clId="Web-{D78921B5-2AD1-B866-B0E6-8D02C67C0C3C}" dt="2026-07-01T12:13:13.888" v="53" actId="14100"/>
          <ac:picMkLst>
            <pc:docMk/>
            <pc:sldMk cId="1576189168" sldId="277"/>
            <ac:picMk id="10" creationId="{5C5CF7C5-79F4-E309-7A73-5D5DE7D1307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E09DF4-03BF-4B16-AE6E-37F56CBC7488}" type="datetimeFigureOut">
              <a:t>7/1/2026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B8CB4C-24A1-4291-9A15-22D5C8028475}" type="slidenum"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6880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8B471-7C09-AF30-5FD2-A1390D9EA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1923F4-CC20-61DD-CA42-1B5E4C99AB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9196B5-D80E-E674-74B0-C1A72AFC3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83CF6-529B-F03C-3FDF-AD2B25641B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337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4D988-E7DA-FFDB-3353-685EE6D6B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424715-0A7F-F48A-68F0-2811899BB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F84CF-5F03-3373-2135-41C10BBB2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solidFill>
                <a:srgbClr val="4B5563"/>
              </a:solidFill>
              <a:highlight>
                <a:srgbClr val="FFFFFF"/>
              </a:highlight>
              <a:ea typeface="맑은 고딕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C42FC-2DDE-46E6-78D4-F2B5EA2BF8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990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E0BBB-EE54-7B7A-C446-B417AF1AC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53E08-6C43-E66F-7AEC-23A1EEAD9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574E19-42C9-DD8B-F256-E6B89A899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9DE48-84D5-12B7-93F7-F7AD718D8F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4174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77970-48FE-A3A1-4AFC-E9B32E1A7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C03AB8-25F2-87B0-9948-52DEC15AED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D284CF-8027-95D7-061E-05F25D076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B9262-F9CE-CF87-92BA-139B26EE71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8717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B5DF0-FB84-97D3-F611-7856CFCE3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EE4044-A655-BBE0-0326-4CBDB81B94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B7524-9841-A760-1973-D1FB47B86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62146-CE85-1F6B-06B9-2FC69B8517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9914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3D12E-C109-9E3F-C2D7-C571A415F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6B261-E682-1A09-0106-FC0DE039AE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A61613-31B1-8DFD-50D5-70F530F89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07AB0-A0F8-CE0D-4787-55312B41CA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7740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B1EA9-598E-4C1B-3A81-31B011CD2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42B469-4B92-09A6-020F-22E56184C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9C500E-2459-AF62-F613-3F39A4B9A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C7D13-E027-C31E-02BD-A66905111C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3599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5E0C4-D651-F758-239B-74800835D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DB972B-ABB0-9C09-0913-D53DC8FCD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474156-B71F-E5BD-1924-76CF7DCFC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BED1B-C7B0-3FE0-19F4-F3B7C82B2D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035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DC4B1-0565-520D-99A0-E20B4FDF9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2B69ED-27AC-7FA1-3BD3-38F7E5E7AB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61889B-408D-7C6F-187F-2CAC23530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E8D4F-3575-78B5-615E-FE546C89A5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2667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7E2A4-5354-3D96-3BF6-8F9ED8604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BEE669-CE36-B991-485D-1D3FAAA803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93CD18-065E-B3FA-2699-C55C537F0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5C315-8360-8459-C73D-93B6F86F97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991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사주아이 만세력 데이터 계산</a:t>
            </a:r>
            <a:endParaRPr lang="en-US" altLang="ko-KR">
              <a:ea typeface="맑은 고딕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7317E-8B15-CF3D-0D2D-EC3CD1A9B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085B10-7EA3-204F-AF23-1FF105A83B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3D9F41-C7F7-8DCC-6F5E-CC30D4C6A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05DC1-C2AE-FE07-9A39-EBC2F396DE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292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E2D13-A2C7-5177-1525-2F36FCDFA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D8103B-9CDA-C0B8-C1A4-BDE1BCB362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9A4670-E3A7-13D6-7D2D-6D8A03304A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27ECB-2659-36A1-D6DF-0DAE09F032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2508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44A7B-D973-6752-0E0B-8D128F11F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31FE58-C4D3-4933-5E6F-196339A4C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8D78A5-064B-C9F2-9938-8F6E3FBCF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D3817-536C-5769-52CF-4F9A1C7D6B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5729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B472F-CD1F-1FD8-6223-51BBF5EB7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B6815C-CCBB-0391-E8EC-94ECDCDB5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ABEF8A-335E-5D9C-82D1-CED5DC3FB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70580-50EB-C863-4885-1CFE2AED22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7316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60A15-A95E-3E4C-CA0A-D902E1165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052682-2ADA-A66D-F1BC-8F3A3B93EC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01321E-F80C-774E-CF3C-2E6FC4E45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6EC5D-B13B-0495-0859-D2B94B7E34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4596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B999D-EBFB-6D7D-3C91-C1CC4B1F2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8BB539-8137-465F-DFD3-0A73015F6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4D005D-0269-C6B9-4061-82F85D9DF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DDF49-CCB0-9364-1E15-B3D53862E3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608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B16D7A-02B1-549A-A476-61052C1575F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378450" y="63500"/>
            <a:ext cx="14668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LGE Internal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00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969264"/>
            <a:ext cx="10744200" cy="0"/>
          </a:xfrm>
          <a:prstGeom prst="line">
            <a:avLst/>
          </a:prstGeom>
          <a:noFill/>
          <a:ln w="10160">
            <a:solidFill>
              <a:srgbClr val="EAA0B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7065" y="502920"/>
            <a:ext cx="3103154" cy="56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-120"/>
              </a:rPr>
              <a:t>LG BOOTCAMP 2026</a:t>
            </a:r>
            <a:endParaRPr lang="en-US" sz="16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37637" y="2615184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54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Oracle</a:t>
            </a:r>
            <a:endParaRPr lang="en-US" altLang="ko-KR" sz="5400" b="1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34154" y="3426242"/>
            <a:ext cx="6844937" cy="960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ko-KR" altLang="en-US" sz="1600">
                <a:solidFill>
                  <a:srgbClr val="FEE5EE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On-Device AI 관상 </a:t>
            </a:r>
            <a:r>
              <a:rPr lang="en-US" sz="1600">
                <a:solidFill>
                  <a:srgbClr val="FEE5EE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및 </a:t>
            </a:r>
            <a:r>
              <a:rPr lang="en-US" sz="1600" err="1">
                <a:solidFill>
                  <a:srgbClr val="FEE5EE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사주</a:t>
            </a:r>
            <a:r>
              <a:rPr lang="en-US" sz="1600">
                <a:solidFill>
                  <a:srgbClr val="FEE5EE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sz="1600" err="1">
                <a:solidFill>
                  <a:srgbClr val="FEE5EE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분석</a:t>
            </a:r>
            <a:r>
              <a:rPr lang="en-US" sz="1600">
                <a:solidFill>
                  <a:srgbClr val="FEE5EE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ko-KR" altLang="en-US" sz="1600">
                <a:solidFill>
                  <a:srgbClr val="FEE5EE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서비스</a:t>
            </a:r>
            <a:endParaRPr lang="ko-KR" altLang="en-US" sz="1600">
              <a:solidFill>
                <a:srgbClr val="FEE5EE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82806" y="5374060"/>
            <a:ext cx="4728173" cy="98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/>
            <a:r>
              <a:rPr lang="ko-KR" altLang="en-US" sz="1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A반 1팀           </a:t>
            </a:r>
          </a:p>
          <a:p>
            <a:pPr algn="r"/>
            <a:endParaRPr lang="ko-KR" altLang="en-US" sz="1600" b="1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  <a:cs typeface="Malgun Gothic" pitchFamily="34" charset="-120"/>
            </a:endParaRPr>
          </a:p>
          <a:p>
            <a:pPr algn="r"/>
            <a:r>
              <a:rPr lang="ko-KR" altLang="en-US" sz="1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박현우</a:t>
            </a:r>
            <a:r>
              <a:rPr lang="en-US" sz="1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 · </a:t>
            </a:r>
            <a:r>
              <a:rPr lang="ko-KR" altLang="en-US" sz="1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김승진</a:t>
            </a:r>
            <a:r>
              <a:rPr lang="en-US" sz="1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 · </a:t>
            </a:r>
            <a:r>
              <a:rPr lang="ko-KR" altLang="en-US" sz="1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나혁주</a:t>
            </a:r>
            <a:r>
              <a:rPr lang="en-US" altLang="ko-KR" sz="1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 · 송유진</a:t>
            </a:r>
            <a:endParaRPr lang="ko-KR" sz="1600" b="1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B00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566928"/>
            <a:ext cx="54864" cy="420624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1498455" y="748356"/>
            <a:ext cx="2483394" cy="961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4400" b="1" err="1">
                <a:solidFill>
                  <a:srgbClr val="FFFFFF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목차</a:t>
            </a:r>
            <a:endParaRPr lang="en-US" sz="4400" b="1" err="1">
              <a:solidFill>
                <a:srgbClr val="FFFFFF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7" name="Text 5"/>
          <p:cNvSpPr/>
          <p:nvPr/>
        </p:nvSpPr>
        <p:spPr>
          <a:xfrm>
            <a:off x="3766456" y="1926482"/>
            <a:ext cx="4677954" cy="638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01. </a:t>
            </a:r>
            <a:r>
              <a:rPr lang="ko-KR" altLang="en-US" sz="2800" b="1" err="1">
                <a:solidFill>
                  <a:srgbClr val="FFFFFF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주제</a:t>
            </a:r>
            <a:r>
              <a:rPr lang="en-US" sz="2800" b="1">
                <a:solidFill>
                  <a:srgbClr val="FFFFFF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 </a:t>
            </a:r>
            <a:r>
              <a:rPr lang="ko-KR" altLang="en-US" sz="2800" b="1">
                <a:solidFill>
                  <a:srgbClr val="FFFFFF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선정</a:t>
            </a:r>
            <a:r>
              <a:rPr lang="en-US" sz="2800" b="1">
                <a:solidFill>
                  <a:srgbClr val="FFFFFF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ko-KR" altLang="en-US" sz="2800" b="1">
                <a:solidFill>
                  <a:srgbClr val="FFFFFF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배경</a:t>
            </a:r>
            <a:endParaRPr lang="ko-KR" altLang="en-US" sz="2800" b="1">
              <a:solidFill>
                <a:srgbClr val="FFFFFF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759199" y="2666710"/>
            <a:ext cx="5389153" cy="638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02. </a:t>
            </a:r>
            <a:r>
              <a:rPr lang="ko-KR" altLang="en-US" sz="2800" b="1">
                <a:solidFill>
                  <a:srgbClr val="FFFFFF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서비스</a:t>
            </a:r>
            <a:r>
              <a:rPr lang="en-US" sz="2800" b="1">
                <a:solidFill>
                  <a:srgbClr val="FFFFFF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ko-KR" altLang="en-US" sz="2800" b="1">
                <a:solidFill>
                  <a:srgbClr val="FFFFFF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개요</a:t>
            </a:r>
            <a:r>
              <a:rPr lang="en-US" sz="2800" b="1">
                <a:solidFill>
                  <a:srgbClr val="FFFFFF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및 </a:t>
            </a:r>
            <a:r>
              <a:rPr lang="en-US" sz="2800" b="1" err="1">
                <a:solidFill>
                  <a:srgbClr val="FFFFFF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핵심</a:t>
            </a:r>
            <a:r>
              <a:rPr lang="en-US" sz="2800" b="1">
                <a:solidFill>
                  <a:srgbClr val="FFFFFF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ko-KR" altLang="en-US" sz="2800" b="1">
                <a:solidFill>
                  <a:srgbClr val="FFFFFF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기능</a:t>
            </a:r>
            <a:endParaRPr lang="ko-KR" altLang="en-US" sz="2800" b="1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759199" y="3428564"/>
            <a:ext cx="5846353" cy="638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03. </a:t>
            </a:r>
            <a:r>
              <a:rPr lang="ko-KR" altLang="en-US" sz="2800" b="1" err="1">
                <a:solidFill>
                  <a:srgbClr val="FFFFFF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핵심</a:t>
            </a:r>
            <a:r>
              <a:rPr lang="en-US" sz="2800" b="1">
                <a:solidFill>
                  <a:srgbClr val="FFFFFF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ko-KR" altLang="en-US" sz="2800" b="1" err="1">
                <a:solidFill>
                  <a:srgbClr val="FFFFFF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기술</a:t>
            </a:r>
            <a:r>
              <a:rPr lang="ko-KR" altLang="en-US" sz="2800" b="1">
                <a:solidFill>
                  <a:srgbClr val="FFFFFF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및 구현 기술</a:t>
            </a:r>
            <a:endParaRPr lang="en-US" altLang="ko-KR" sz="2800" b="1">
              <a:solidFill>
                <a:srgbClr val="FFFFFF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759199" y="4277651"/>
            <a:ext cx="4677954" cy="638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04. </a:t>
            </a:r>
            <a:r>
              <a:rPr lang="ko-KR" altLang="en-US" sz="2800" b="1">
                <a:solidFill>
                  <a:srgbClr val="FFFFFF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주요</a:t>
            </a:r>
            <a:r>
              <a:rPr lang="en-US" sz="2800" b="1">
                <a:solidFill>
                  <a:srgbClr val="FFFFFF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ko-KR" altLang="en-US" sz="2800" b="1">
                <a:solidFill>
                  <a:srgbClr val="FFFFFF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구현</a:t>
            </a:r>
            <a:r>
              <a:rPr lang="en-US" sz="2800" b="1">
                <a:solidFill>
                  <a:srgbClr val="FFFFFF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ko-KR" altLang="en-US" sz="2800" b="1">
                <a:solidFill>
                  <a:srgbClr val="FFFFFF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결과</a:t>
            </a:r>
            <a:endParaRPr lang="ko-KR" altLang="en-US" sz="2800" b="1">
              <a:solidFill>
                <a:srgbClr val="FFFFFF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4" name="Text 17">
            <a:extLst>
              <a:ext uri="{FF2B5EF4-FFF2-40B4-BE49-F238E27FC236}">
                <a16:creationId xmlns:a16="http://schemas.microsoft.com/office/drawing/2014/main" id="{08BE25E2-D4CF-A2BF-72A1-196C135FD8A0}"/>
              </a:ext>
            </a:extLst>
          </p:cNvPr>
          <p:cNvSpPr/>
          <p:nvPr/>
        </p:nvSpPr>
        <p:spPr>
          <a:xfrm>
            <a:off x="3766455" y="5126736"/>
            <a:ext cx="4677954" cy="638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05. </a:t>
            </a:r>
            <a:r>
              <a:rPr lang="ko-KR" altLang="en-US" sz="2800" b="1" err="1">
                <a:solidFill>
                  <a:srgbClr val="FFFFFF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프로젝트</a:t>
            </a:r>
            <a:r>
              <a:rPr lang="en-US" sz="2800" b="1">
                <a:solidFill>
                  <a:srgbClr val="FFFFFF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ko-KR" altLang="en-US" sz="2800" b="1" err="1">
                <a:solidFill>
                  <a:srgbClr val="FFFFFF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회고</a:t>
            </a:r>
            <a:endParaRPr lang="ko-KR" altLang="en-US" sz="2800" b="1" err="1">
              <a:solidFill>
                <a:srgbClr val="FFFFFF"/>
              </a:solidFill>
              <a:latin typeface="LG스마트체2.0 Regular"/>
              <a:ea typeface="LG스마트체2.0 Regula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00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D3405F-5DD7-9113-DB15-CC309BD8A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3EFA3F5-B4E2-B04F-1B0C-A6EE2EFAC5F8}"/>
              </a:ext>
            </a:extLst>
          </p:cNvPr>
          <p:cNvSpPr/>
          <p:nvPr/>
        </p:nvSpPr>
        <p:spPr>
          <a:xfrm>
            <a:off x="749808" y="566928"/>
            <a:ext cx="54864" cy="420624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8F6C403-0372-97F7-56B6-906CDFB1486B}"/>
              </a:ext>
            </a:extLst>
          </p:cNvPr>
          <p:cNvSpPr/>
          <p:nvPr/>
        </p:nvSpPr>
        <p:spPr>
          <a:xfrm>
            <a:off x="2630570" y="2954527"/>
            <a:ext cx="6932022" cy="939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4400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01. </a:t>
            </a:r>
            <a:r>
              <a:rPr lang="ko-KR" altLang="en-US" sz="4400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주제</a:t>
            </a:r>
            <a:r>
              <a:rPr lang="en-US" sz="4400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sz="4400" b="1" err="1">
                <a:solidFill>
                  <a:srgbClr val="FFFFFF"/>
                </a:solidFill>
                <a:latin typeface="LG스마트체2.0 Regular"/>
                <a:ea typeface="LG스마트체2.0 Regular"/>
              </a:rPr>
              <a:t>선정</a:t>
            </a:r>
            <a:r>
              <a:rPr lang="en-US" sz="4400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 </a:t>
            </a:r>
            <a:r>
              <a:rPr lang="ko-KR" altLang="en-US" sz="4400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배경</a:t>
            </a:r>
            <a:endParaRPr lang="en-US" sz="4400" b="1">
              <a:solidFill>
                <a:srgbClr val="FFFFFF"/>
              </a:solidFill>
              <a:latin typeface="LG스마트체2.0 Regular"/>
              <a:ea typeface="LG스마트체2.0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319148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93E3D4-BF1F-D3F6-566E-2085CEDE8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09D0117-0832-3823-7A5A-174E5BB7B386}"/>
              </a:ext>
            </a:extLst>
          </p:cNvPr>
          <p:cNvSpPr/>
          <p:nvPr/>
        </p:nvSpPr>
        <p:spPr>
          <a:xfrm>
            <a:off x="566928" y="756630"/>
            <a:ext cx="54864" cy="530352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C2190F0-7429-11E4-A0A8-65C456E7E3D2}"/>
              </a:ext>
            </a:extLst>
          </p:cNvPr>
          <p:cNvSpPr/>
          <p:nvPr/>
        </p:nvSpPr>
        <p:spPr>
          <a:xfrm>
            <a:off x="749808" y="747486"/>
            <a:ext cx="813816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2500" b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/>
                <a:cs typeface="Malgun Gothic" pitchFamily="34" charset="-120"/>
              </a:rPr>
              <a:t>01. </a:t>
            </a:r>
            <a:r>
              <a:rPr lang="en-US" sz="2500" b="1" err="1">
                <a:solidFill>
                  <a:srgbClr val="16171A"/>
                </a:solidFill>
                <a:ea typeface="LG스마트체2.0 Regular"/>
                <a:cs typeface="+mn-lt"/>
              </a:rPr>
              <a:t>주제</a:t>
            </a:r>
            <a:r>
              <a:rPr 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 </a:t>
            </a:r>
            <a:r>
              <a:rPr lang="ko-KR" alt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선정</a:t>
            </a:r>
            <a:r>
              <a:rPr 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 </a:t>
            </a:r>
            <a:r>
              <a:rPr lang="ko-KR" alt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배경</a:t>
            </a:r>
            <a:endParaRPr lang="en-US" sz="25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E98250-F0DD-5358-15AB-D2A380802561}"/>
              </a:ext>
            </a:extLst>
          </p:cNvPr>
          <p:cNvSpPr/>
          <p:nvPr/>
        </p:nvSpPr>
        <p:spPr>
          <a:xfrm>
            <a:off x="565575" y="1889135"/>
            <a:ext cx="11169288" cy="995314"/>
          </a:xfrm>
          <a:prstGeom prst="round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Malgun Gothic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3234038-333B-0983-4853-0B9C50A0D10D}"/>
              </a:ext>
            </a:extLst>
          </p:cNvPr>
          <p:cNvSpPr/>
          <p:nvPr/>
        </p:nvSpPr>
        <p:spPr>
          <a:xfrm>
            <a:off x="806470" y="1289287"/>
            <a:ext cx="6168708" cy="47213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WHY NOW - 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왜</a:t>
            </a: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 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지금</a:t>
            </a: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 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사주</a:t>
            </a:r>
            <a:r>
              <a:rPr lang="en-US" sz="1400" b="1">
                <a:solidFill>
                  <a:srgbClr val="B0003A"/>
                </a:solidFill>
                <a:highlight>
                  <a:srgbClr val="FFFFFF"/>
                </a:highlight>
                <a:ea typeface="+mn-lt"/>
                <a:cs typeface="+mn-lt"/>
              </a:rPr>
              <a:t>·</a:t>
            </a:r>
            <a:r>
              <a:rPr lang="ko-KR" altLang="en-US" sz="1400" b="1">
                <a:solidFill>
                  <a:srgbClr val="B0003A"/>
                </a:solidFill>
                <a:highlight>
                  <a:srgbClr val="FFFFFF"/>
                </a:highlight>
                <a:latin typeface="LG Smart_H2.0 R"/>
                <a:ea typeface="LG Smart_H2.0 R"/>
                <a:cs typeface="+mn-lt"/>
              </a:rPr>
              <a:t>관상인가</a:t>
            </a:r>
            <a:endParaRPr lang="en-US" sz="1400" b="1">
              <a:solidFill>
                <a:srgbClr val="B0003A"/>
              </a:solidFill>
              <a:latin typeface="LG스마트체2.0 Regular" panose="020B0600000101010101" pitchFamily="50" charset="-127"/>
              <a:ea typeface="LG스마트체2.0 Regular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00BD5B9-497C-9E6C-C606-BF89479A884B}"/>
              </a:ext>
            </a:extLst>
          </p:cNvPr>
          <p:cNvSpPr/>
          <p:nvPr/>
        </p:nvSpPr>
        <p:spPr>
          <a:xfrm>
            <a:off x="565574" y="3426386"/>
            <a:ext cx="11169288" cy="995314"/>
          </a:xfrm>
          <a:prstGeom prst="round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Malgun Gothic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F0F2DA7-30D6-A7A1-0896-F8D45C9DEB95}"/>
              </a:ext>
            </a:extLst>
          </p:cNvPr>
          <p:cNvSpPr/>
          <p:nvPr/>
        </p:nvSpPr>
        <p:spPr>
          <a:xfrm>
            <a:off x="565573" y="4890750"/>
            <a:ext cx="11169288" cy="995314"/>
          </a:xfrm>
          <a:prstGeom prst="round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Malgun Gothic"/>
            </a:endParaRP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7CCB2DE0-7DE3-488B-EEE2-7B5326B4774D}"/>
              </a:ext>
            </a:extLst>
          </p:cNvPr>
          <p:cNvSpPr/>
          <p:nvPr/>
        </p:nvSpPr>
        <p:spPr>
          <a:xfrm>
            <a:off x="749807" y="2119085"/>
            <a:ext cx="2995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2500" b="1">
                <a:solidFill>
                  <a:srgbClr val="B0003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1</a:t>
            </a:r>
            <a:endParaRPr lang="ko-KR" altLang="en-US" sz="2500" b="1">
              <a:solidFill>
                <a:srgbClr val="B0003A"/>
              </a:solidFill>
              <a:latin typeface="Malgun Gothic"/>
              <a:ea typeface="LG스마트체2.0 Regular" panose="020B0600000101010101" pitchFamily="50" charset="-127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2F59EB76-0CDF-0833-C039-F626DABB0D96}"/>
              </a:ext>
            </a:extLst>
          </p:cNvPr>
          <p:cNvSpPr/>
          <p:nvPr/>
        </p:nvSpPr>
        <p:spPr>
          <a:xfrm>
            <a:off x="1051162" y="2147780"/>
            <a:ext cx="4509153" cy="1773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>
              <a:lnSpc>
                <a:spcPct val="150000"/>
              </a:lnSpc>
            </a:pPr>
            <a:endParaRPr lang="en-US" sz="1600">
              <a:solidFill>
                <a:srgbClr val="4B5563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966178F2-B75F-9993-F7E8-E856D2FA7BA3}"/>
              </a:ext>
            </a:extLst>
          </p:cNvPr>
          <p:cNvSpPr/>
          <p:nvPr/>
        </p:nvSpPr>
        <p:spPr>
          <a:xfrm>
            <a:off x="1143927" y="2167659"/>
            <a:ext cx="9491970" cy="42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미래 불확실성 속에서 </a:t>
            </a:r>
            <a:r>
              <a:rPr lang="en-US" altLang="ko-KR" sz="1400" b="1" err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자기이해</a:t>
            </a:r>
            <a:r>
              <a:rPr lang="en-US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·</a:t>
            </a:r>
            <a:r>
              <a:rPr lang="ko-KR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진로</a:t>
            </a:r>
            <a:r>
              <a:rPr lang="en-US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·</a:t>
            </a:r>
            <a:r>
              <a:rPr lang="ko-KR" altLang="en-US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인간관계</a:t>
            </a:r>
            <a:r>
              <a:rPr lang="ko-KR" altLang="en-US" sz="1600">
                <a:solidFill>
                  <a:srgbClr val="4B5563"/>
                </a:solidFill>
                <a:highlight>
                  <a:srgbClr val="FFFFFF"/>
                </a:highlight>
                <a:latin typeface="LG Smart_H2.0 R"/>
                <a:ea typeface="LG Smart_H2.0 R"/>
              </a:rPr>
              <a:t>에 대한 심리적 해답을 찾으려는 수요가 꾸준히 증가 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06CC9617-AD6F-0BB9-4E74-5215FBEADB47}"/>
              </a:ext>
            </a:extLst>
          </p:cNvPr>
          <p:cNvSpPr/>
          <p:nvPr/>
        </p:nvSpPr>
        <p:spPr>
          <a:xfrm>
            <a:off x="776310" y="3689467"/>
            <a:ext cx="2995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2500" b="1">
                <a:solidFill>
                  <a:srgbClr val="B0003A"/>
                </a:solidFill>
                <a:latin typeface="LG스마트체2.0 Regular"/>
                <a:ea typeface="LG스마트체2.0 Regular" panose="020B0600000101010101" pitchFamily="50" charset="-127"/>
              </a:rPr>
              <a:t>2</a:t>
            </a:r>
            <a:endParaRPr lang="en-US" altLang="ko-KR" sz="2500" b="1">
              <a:solidFill>
                <a:srgbClr val="B0003A"/>
              </a:solidFill>
              <a:latin typeface="LG스마트체2.0 Regular"/>
              <a:ea typeface="LG스마트체2.0 Regular" panose="020B0600000101010101" pitchFamily="50" charset="-127"/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CC7FC3D4-6127-6641-E745-7F7EDE98EF6E}"/>
              </a:ext>
            </a:extLst>
          </p:cNvPr>
          <p:cNvSpPr/>
          <p:nvPr/>
        </p:nvSpPr>
        <p:spPr>
          <a:xfrm>
            <a:off x="1170430" y="3738041"/>
            <a:ext cx="9491970" cy="42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MZ세대에게 사주 </a:t>
            </a:r>
            <a:r>
              <a:rPr lang="ko-KR" sz="1600">
                <a:solidFill>
                  <a:schemeClr val="bg2">
                    <a:lumMod val="49000"/>
                  </a:schemeClr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· </a:t>
            </a: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관상은 미신이 아니라 </a:t>
            </a:r>
            <a:r>
              <a:rPr lang="en-US" altLang="ko-KR" sz="1400" b="1" err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자기탐색이자</a:t>
            </a:r>
            <a:r>
              <a:rPr lang="en-US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en-US" altLang="ko-KR" sz="1400" b="1" err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놀이</a:t>
            </a:r>
            <a:r>
              <a:rPr lang="en-US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en-US" altLang="ko-KR" sz="1400" b="1" err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콘텐츠</a:t>
            </a:r>
            <a:r>
              <a:rPr lang="ko-KR" altLang="en-US" sz="1600">
                <a:solidFill>
                  <a:srgbClr val="4B5563"/>
                </a:solidFill>
                <a:highlight>
                  <a:srgbClr val="FFFFFF"/>
                </a:highlight>
                <a:latin typeface="LG Smart_H2.0 R"/>
                <a:ea typeface="LG Smart_H2.0 R"/>
              </a:rPr>
              <a:t>로 소비되는 추세 </a:t>
            </a: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CBF71753-003C-F750-2B80-594258576437}"/>
              </a:ext>
            </a:extLst>
          </p:cNvPr>
          <p:cNvSpPr/>
          <p:nvPr/>
        </p:nvSpPr>
        <p:spPr>
          <a:xfrm>
            <a:off x="809440" y="5147205"/>
            <a:ext cx="2995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2500" b="1">
                <a:solidFill>
                  <a:srgbClr val="B0003A"/>
                </a:solidFill>
                <a:latin typeface="LG스마트체2.0 Regular"/>
                <a:ea typeface="LG스마트체2.0 Regular" panose="020B0600000101010101" pitchFamily="50" charset="-127"/>
              </a:rPr>
              <a:t>3</a:t>
            </a: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0EB1E0C2-0ACE-3F11-B90D-B956CB0C80C7}"/>
              </a:ext>
            </a:extLst>
          </p:cNvPr>
          <p:cNvSpPr/>
          <p:nvPr/>
        </p:nvSpPr>
        <p:spPr>
          <a:xfrm>
            <a:off x="1203560" y="5195779"/>
            <a:ext cx="9491970" cy="42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대학 축제 </a:t>
            </a:r>
            <a:r>
              <a:rPr lang="ko-KR" sz="1600">
                <a:solidFill>
                  <a:schemeClr val="bg2">
                    <a:lumMod val="49000"/>
                  </a:schemeClr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· </a:t>
            </a: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팝업스토어 </a:t>
            </a:r>
            <a:r>
              <a:rPr lang="ko-KR" sz="1600">
                <a:solidFill>
                  <a:schemeClr val="bg2">
                    <a:lumMod val="49000"/>
                  </a:schemeClr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· </a:t>
            </a: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행사 </a:t>
            </a:r>
            <a:r>
              <a:rPr lang="ko-KR" sz="1600">
                <a:solidFill>
                  <a:schemeClr val="bg2">
                    <a:lumMod val="49000"/>
                  </a:schemeClr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· </a:t>
            </a: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관광지 등 </a:t>
            </a:r>
            <a:r>
              <a:rPr lang="en-US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2030 </a:t>
            </a:r>
            <a:r>
              <a:rPr lang="en-US" altLang="ko-KR" sz="1400" b="1" err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밀집</a:t>
            </a:r>
            <a:r>
              <a:rPr lang="en-US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en-US" altLang="ko-KR" sz="1400" b="1" err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공간에서</a:t>
            </a:r>
            <a:r>
              <a:rPr lang="en-US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en-US" altLang="ko-KR" sz="1400" b="1" err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체험형</a:t>
            </a:r>
            <a:r>
              <a:rPr lang="en-US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en-US" altLang="ko-KR" sz="1400" b="1" err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서비스</a:t>
            </a:r>
            <a:r>
              <a:rPr lang="en-US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en-US" altLang="ko-KR" sz="1400" b="1" err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수요</a:t>
            </a:r>
            <a:r>
              <a:rPr lang="ko-KR" altLang="en-US" sz="1600">
                <a:solidFill>
                  <a:srgbClr val="4B5563"/>
                </a:solidFill>
                <a:highlight>
                  <a:srgbClr val="FFFFFF"/>
                </a:highlight>
                <a:latin typeface="LG Smart_H2.0 R"/>
                <a:ea typeface="LG Smart_H2.0 R"/>
              </a:rPr>
              <a:t>가 특히 큼 </a:t>
            </a:r>
          </a:p>
        </p:txBody>
      </p:sp>
    </p:spTree>
    <p:extLst>
      <p:ext uri="{BB962C8B-B14F-4D97-AF65-F5344CB8AC3E}">
        <p14:creationId xmlns:p14="http://schemas.microsoft.com/office/powerpoint/2010/main" val="2090373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2277CC-6E99-1330-2192-3BEF3282C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155E4C4-6AC5-7BAD-FB6C-68B057375224}"/>
              </a:ext>
            </a:extLst>
          </p:cNvPr>
          <p:cNvSpPr/>
          <p:nvPr/>
        </p:nvSpPr>
        <p:spPr>
          <a:xfrm>
            <a:off x="566928" y="756630"/>
            <a:ext cx="54864" cy="530352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603AAB1-C1B0-4181-441C-10EAEEAA0664}"/>
              </a:ext>
            </a:extLst>
          </p:cNvPr>
          <p:cNvSpPr/>
          <p:nvPr/>
        </p:nvSpPr>
        <p:spPr>
          <a:xfrm>
            <a:off x="749808" y="747486"/>
            <a:ext cx="813816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2500" b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/>
                <a:cs typeface="Malgun Gothic" pitchFamily="34" charset="-120"/>
              </a:rPr>
              <a:t>01. </a:t>
            </a:r>
            <a:r>
              <a:rPr lang="en-US" sz="2500" b="1" err="1">
                <a:solidFill>
                  <a:srgbClr val="16171A"/>
                </a:solidFill>
                <a:ea typeface="LG스마트체2.0 Regular"/>
                <a:cs typeface="+mn-lt"/>
              </a:rPr>
              <a:t>주제</a:t>
            </a:r>
            <a:r>
              <a:rPr 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 </a:t>
            </a:r>
            <a:r>
              <a:rPr lang="ko-KR" alt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선정</a:t>
            </a:r>
            <a:r>
              <a:rPr 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 </a:t>
            </a:r>
            <a:r>
              <a:rPr lang="ko-KR" alt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배경</a:t>
            </a:r>
            <a:endParaRPr lang="en-US" sz="25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06F64C-4621-9193-AD15-1C10773D7793}"/>
              </a:ext>
            </a:extLst>
          </p:cNvPr>
          <p:cNvSpPr/>
          <p:nvPr/>
        </p:nvSpPr>
        <p:spPr>
          <a:xfrm>
            <a:off x="575042" y="2260511"/>
            <a:ext cx="1587966" cy="995314"/>
          </a:xfrm>
          <a:prstGeom prst="roundRect">
            <a:avLst/>
          </a:prstGeom>
          <a:solidFill>
            <a:srgbClr val="B0003A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lang="en-US" sz="2000" b="1">
                <a:ea typeface="Malgun Gothic"/>
              </a:rPr>
              <a:t>50</a:t>
            </a:r>
            <a:r>
              <a:rPr lang="ko-KR" altLang="en-US" sz="2000" b="1">
                <a:ea typeface="Malgun Gothic"/>
              </a:rPr>
              <a:t>억</a:t>
            </a:r>
            <a:endParaRPr lang="en-US" altLang="ko-KR" sz="2000"/>
          </a:p>
          <a:p>
            <a:pPr algn="ctr"/>
            <a:r>
              <a:rPr lang="ko-KR" altLang="en-US" sz="1000">
                <a:ea typeface="Malgun Gothic"/>
              </a:rPr>
              <a:t>창업 수익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F784E66-0E19-DF00-D408-07046F83A2ED}"/>
              </a:ext>
            </a:extLst>
          </p:cNvPr>
          <p:cNvSpPr/>
          <p:nvPr/>
        </p:nvSpPr>
        <p:spPr>
          <a:xfrm>
            <a:off x="806470" y="1289287"/>
            <a:ext cx="6168708" cy="47213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PROVEN - </a:t>
            </a:r>
            <a:r>
              <a:rPr lang="en-US" altLang="ko-KR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'AI 사주'</a:t>
            </a:r>
            <a:r>
              <a:rPr lang="en-US" altLang="ko-KR" sz="1400" b="1">
                <a:solidFill>
                  <a:srgbClr val="B0003A"/>
                </a:solidFill>
                <a:latin typeface="LG스마트체2.0 Regular"/>
                <a:ea typeface="LG스마트체2.0 Regular"/>
                <a:cs typeface="+mn-lt"/>
              </a:rPr>
              <a:t> </a:t>
            </a:r>
            <a:r>
              <a:rPr lang="en-US" altLang="ko-KR" sz="1400" b="1" err="1">
                <a:solidFill>
                  <a:srgbClr val="B0003A"/>
                </a:solidFill>
                <a:latin typeface="LG스마트체2.0 Regular"/>
                <a:ea typeface="LG스마트체2.0 Regular"/>
                <a:cs typeface="+mn-lt"/>
              </a:rPr>
              <a:t>사주아이의</a:t>
            </a:r>
            <a:r>
              <a:rPr lang="en-US" altLang="ko-KR" sz="1400" b="1">
                <a:solidFill>
                  <a:srgbClr val="B0003A"/>
                </a:solidFill>
                <a:latin typeface="LG스마트체2.0 Regular"/>
                <a:ea typeface="LG스마트체2.0 Regular"/>
                <a:cs typeface="+mn-lt"/>
              </a:rPr>
              <a:t> </a:t>
            </a:r>
            <a:r>
              <a:rPr lang="en-US" altLang="ko-KR" sz="1400" b="1" err="1">
                <a:solidFill>
                  <a:srgbClr val="B0003A"/>
                </a:solidFill>
                <a:latin typeface="LG스마트체2.0 Regular"/>
                <a:ea typeface="LG스마트체2.0 Regular"/>
                <a:cs typeface="+mn-lt"/>
              </a:rPr>
              <a:t>폭발적</a:t>
            </a:r>
            <a:r>
              <a:rPr lang="en-US" altLang="ko-KR" sz="1400" b="1">
                <a:solidFill>
                  <a:srgbClr val="B0003A"/>
                </a:solidFill>
                <a:latin typeface="LG스마트체2.0 Regular"/>
                <a:ea typeface="LG스마트체2.0 Regular"/>
                <a:cs typeface="+mn-lt"/>
              </a:rPr>
              <a:t> </a:t>
            </a:r>
            <a:r>
              <a:rPr lang="en-US" altLang="ko-KR" sz="1400" b="1" err="1">
                <a:solidFill>
                  <a:srgbClr val="B0003A"/>
                </a:solidFill>
                <a:latin typeface="LG스마트체2.0 Regular"/>
                <a:ea typeface="LG스마트체2.0 Regular"/>
                <a:cs typeface="+mn-lt"/>
              </a:rPr>
              <a:t>성공</a:t>
            </a:r>
            <a:endParaRPr lang="en-US" altLang="ko-KR" sz="1400" b="1">
              <a:solidFill>
                <a:srgbClr val="B0003A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1C996076-F31B-605D-C9C0-2B33B703D188}"/>
              </a:ext>
            </a:extLst>
          </p:cNvPr>
          <p:cNvSpPr/>
          <p:nvPr/>
        </p:nvSpPr>
        <p:spPr>
          <a:xfrm>
            <a:off x="565880" y="3808089"/>
            <a:ext cx="9491970" cy="42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>
                <a:solidFill>
                  <a:srgbClr val="4B5563"/>
                </a:solidFill>
                <a:latin typeface="LG스마트체2.0 Regular"/>
                <a:ea typeface="LG스마트체2.0 Regular"/>
              </a:rPr>
              <a:t>비개발자 1인 창업 </a:t>
            </a:r>
            <a:r>
              <a:rPr lang="ko-KR" sz="1400">
                <a:solidFill>
                  <a:schemeClr val="bg2">
                    <a:lumMod val="49000"/>
                  </a:schemeClr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· </a:t>
            </a:r>
            <a:r>
              <a:rPr lang="ko-KR" altLang="en-US" sz="1400">
                <a:solidFill>
                  <a:srgbClr val="4B5563"/>
                </a:solidFill>
                <a:highlight>
                  <a:srgbClr val="FFFFFF"/>
                </a:highlight>
                <a:latin typeface="LG Smart_H2.0 R"/>
                <a:ea typeface="LG Smart_H2.0 R"/>
              </a:rPr>
              <a:t>광고비</a:t>
            </a:r>
            <a:r>
              <a:rPr lang="ko-KR" altLang="en-US" sz="1400">
                <a:solidFill>
                  <a:srgbClr val="4B5563"/>
                </a:solidFill>
                <a:latin typeface="LG스마트체2.0 Regular"/>
                <a:ea typeface="LG스마트체2.0 Regular"/>
              </a:rPr>
              <a:t> </a:t>
            </a:r>
            <a:r>
              <a:rPr lang="en-US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0원·</a:t>
            </a:r>
            <a:r>
              <a:rPr lang="ko-KR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생성형 AI 기반 </a:t>
            </a:r>
            <a:r>
              <a:rPr lang="ko-KR" altLang="en-US" sz="1400">
                <a:solidFill>
                  <a:srgbClr val="4B5563"/>
                </a:solidFill>
                <a:highlight>
                  <a:srgbClr val="FFFFFF"/>
                </a:highlight>
                <a:latin typeface="LG Smart_H2.0 R"/>
                <a:ea typeface="LG Smart_H2.0 R"/>
              </a:rPr>
              <a:t>990원 사주로 폭발적 성장.</a:t>
            </a:r>
            <a:br>
              <a:rPr lang="ko-KR" altLang="en-US" sz="1400">
                <a:highlight>
                  <a:srgbClr val="FFFFFF"/>
                </a:highlight>
                <a:latin typeface="LG Smart_H2.0 R"/>
                <a:ea typeface="LG Smart_H2.0 R"/>
              </a:rPr>
            </a:br>
            <a:r>
              <a:rPr lang="ko-KR" altLang="en-US" sz="1400">
                <a:solidFill>
                  <a:srgbClr val="4B5563"/>
                </a:solidFill>
                <a:highlight>
                  <a:srgbClr val="FFFFFF"/>
                </a:highlight>
                <a:latin typeface="LG Smart_H2.0 R"/>
                <a:ea typeface="LG Smart_H2.0 R"/>
              </a:rPr>
              <a:t>"왜 이런 운인지" 이유와 </a:t>
            </a:r>
            <a:r>
              <a:rPr lang="ko-KR" altLang="en-US" sz="1400" b="1">
                <a:solidFill>
                  <a:srgbClr val="B0003A"/>
                </a:solidFill>
                <a:highlight>
                  <a:srgbClr val="FFFFFF"/>
                </a:highlight>
                <a:latin typeface="LG Smart_H2.0 R"/>
                <a:ea typeface="LG Smart_H2.0 R"/>
              </a:rPr>
              <a:t>개운법</a:t>
            </a:r>
            <a:r>
              <a:rPr lang="ko-KR" altLang="en-US" sz="1400">
                <a:solidFill>
                  <a:srgbClr val="4B5563"/>
                </a:solidFill>
                <a:highlight>
                  <a:srgbClr val="FFFFFF"/>
                </a:highlight>
                <a:latin typeface="LG Smart_H2.0 R"/>
                <a:ea typeface="LG Smart_H2.0 R"/>
              </a:rPr>
              <a:t>까지 설명해 높은 만족도를 확보.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7B37CA3-694C-25B9-A893-418B86CCB853}"/>
              </a:ext>
            </a:extLst>
          </p:cNvPr>
          <p:cNvSpPr/>
          <p:nvPr/>
        </p:nvSpPr>
        <p:spPr>
          <a:xfrm>
            <a:off x="2498184" y="2260511"/>
            <a:ext cx="1566195" cy="995314"/>
          </a:xfrm>
          <a:prstGeom prst="roundRect">
            <a:avLst/>
          </a:prstGeom>
          <a:solidFill>
            <a:srgbClr val="B0003A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lang="en-US" sz="2000" b="1">
                <a:ea typeface="Malgun Gothic"/>
              </a:rPr>
              <a:t>150</a:t>
            </a:r>
            <a:r>
              <a:rPr lang="ko-KR" altLang="en-US" sz="2000" b="1">
                <a:ea typeface="Malgun Gothic"/>
              </a:rPr>
              <a:t>억</a:t>
            </a:r>
            <a:endParaRPr lang="en-US" altLang="ko-KR" sz="2000"/>
          </a:p>
          <a:p>
            <a:pPr algn="ctr"/>
            <a:r>
              <a:rPr lang="ko-KR" altLang="en-US" sz="1000">
                <a:ea typeface="Malgun Gothic"/>
              </a:rPr>
              <a:t>누적 회원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C93DDD7-4034-3082-95AF-92B1B8BC29D6}"/>
              </a:ext>
            </a:extLst>
          </p:cNvPr>
          <p:cNvSpPr/>
          <p:nvPr/>
        </p:nvSpPr>
        <p:spPr>
          <a:xfrm>
            <a:off x="4399556" y="2260511"/>
            <a:ext cx="1587966" cy="995314"/>
          </a:xfrm>
          <a:prstGeom prst="roundRect">
            <a:avLst/>
          </a:prstGeom>
          <a:solidFill>
            <a:srgbClr val="B0003A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lang="en-US" sz="2000" b="1">
                <a:ea typeface="Malgun Gothic"/>
              </a:rPr>
              <a:t>500</a:t>
            </a:r>
            <a:r>
              <a:rPr lang="ko-KR" altLang="en-US" sz="2000" b="1">
                <a:ea typeface="Malgun Gothic"/>
              </a:rPr>
              <a:t>만</a:t>
            </a:r>
          </a:p>
          <a:p>
            <a:pPr algn="ctr"/>
            <a:r>
              <a:rPr lang="ko-KR" altLang="en-US" sz="1000">
                <a:ea typeface="Malgun Gothic"/>
              </a:rPr>
              <a:t>거래 건수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899E124-6285-33A8-EB2A-49402E19C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022" y="2139270"/>
            <a:ext cx="5274129" cy="270283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A2B1EEB-5A84-2F5A-43A4-DD66E027BB77}"/>
              </a:ext>
            </a:extLst>
          </p:cNvPr>
          <p:cNvSpPr txBox="1"/>
          <p:nvPr/>
        </p:nvSpPr>
        <p:spPr>
          <a:xfrm>
            <a:off x="8309429" y="4836886"/>
            <a:ext cx="3548743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/>
              <a:t>https://fastcampus.co.kr/story_interview_sajuvibecoding</a:t>
            </a:r>
            <a:endParaRPr lang="en-US" sz="1050"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948755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E79497-0A9A-07FA-AC24-52C81734C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0E520F-1E3A-308D-20D9-A15F245286AB}"/>
              </a:ext>
            </a:extLst>
          </p:cNvPr>
          <p:cNvSpPr/>
          <p:nvPr/>
        </p:nvSpPr>
        <p:spPr>
          <a:xfrm>
            <a:off x="566928" y="756630"/>
            <a:ext cx="54864" cy="530352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05CB7B-EA53-E67B-5E87-032DAC17AF96}"/>
              </a:ext>
            </a:extLst>
          </p:cNvPr>
          <p:cNvSpPr/>
          <p:nvPr/>
        </p:nvSpPr>
        <p:spPr>
          <a:xfrm>
            <a:off x="749808" y="747486"/>
            <a:ext cx="813816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2500" b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/>
                <a:cs typeface="Malgun Gothic" pitchFamily="34" charset="-120"/>
              </a:rPr>
              <a:t>01. </a:t>
            </a:r>
            <a:r>
              <a:rPr lang="en-US" sz="2500" b="1" err="1">
                <a:solidFill>
                  <a:srgbClr val="16171A"/>
                </a:solidFill>
                <a:ea typeface="LG스마트체2.0 Regular"/>
                <a:cs typeface="+mn-lt"/>
              </a:rPr>
              <a:t>주제</a:t>
            </a:r>
            <a:r>
              <a:rPr 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 </a:t>
            </a:r>
            <a:r>
              <a:rPr lang="ko-KR" alt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선정</a:t>
            </a:r>
            <a:r>
              <a:rPr 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 </a:t>
            </a:r>
            <a:r>
              <a:rPr lang="ko-KR" alt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배경</a:t>
            </a:r>
            <a:endParaRPr lang="en-US" sz="25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1FA1559-D123-B052-C0BB-C01514790641}"/>
              </a:ext>
            </a:extLst>
          </p:cNvPr>
          <p:cNvSpPr/>
          <p:nvPr/>
        </p:nvSpPr>
        <p:spPr>
          <a:xfrm>
            <a:off x="568415" y="1717173"/>
            <a:ext cx="5497357" cy="4666165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endParaRPr lang="en-US" altLang="ko-KR" sz="2000" b="1">
              <a:ea typeface="Malgun Gothic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227AFC7-9333-6606-838F-CC2BCDA56120}"/>
              </a:ext>
            </a:extLst>
          </p:cNvPr>
          <p:cNvSpPr/>
          <p:nvPr/>
        </p:nvSpPr>
        <p:spPr>
          <a:xfrm>
            <a:off x="806470" y="1289287"/>
            <a:ext cx="6168708" cy="47213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TREND – 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저비용 </a:t>
            </a:r>
            <a:r>
              <a:rPr lang="en-US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· AI </a:t>
            </a:r>
            <a:r>
              <a:rPr lang="en-US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·</a:t>
            </a:r>
            <a:r>
              <a:rPr lang="en-US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en-US" altLang="ko-KR" sz="1400" b="1" err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콘텐츠화라는</a:t>
            </a:r>
            <a:r>
              <a:rPr lang="en-US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en-US" altLang="ko-KR" sz="1400" b="1" err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공통</a:t>
            </a:r>
            <a:r>
              <a:rPr lang="en-US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en-US" altLang="ko-KR" sz="1400" b="1" err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공식</a:t>
            </a:r>
            <a:endParaRPr lang="en-US" altLang="ko-KR" sz="1400" b="1" err="1">
              <a:solidFill>
                <a:srgbClr val="B0003A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805BAE-6B83-BAB0-24DC-96997B9DAB02}"/>
              </a:ext>
            </a:extLst>
          </p:cNvPr>
          <p:cNvSpPr txBox="1"/>
          <p:nvPr/>
        </p:nvSpPr>
        <p:spPr>
          <a:xfrm>
            <a:off x="811313" y="1963425"/>
            <a:ext cx="2498671" cy="338554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600" b="1">
                <a:solidFill>
                  <a:srgbClr val="B0003A"/>
                </a:solidFill>
                <a:ea typeface="Malgun Gothic"/>
              </a:rPr>
              <a:t>사주아이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B84FB6-B792-A968-F8BB-86AF4DA45D8A}"/>
              </a:ext>
            </a:extLst>
          </p:cNvPr>
          <p:cNvSpPr txBox="1"/>
          <p:nvPr/>
        </p:nvSpPr>
        <p:spPr>
          <a:xfrm>
            <a:off x="811312" y="2374240"/>
            <a:ext cx="4002792" cy="10541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100">
                <a:solidFill>
                  <a:schemeClr val="bg2">
                    <a:lumMod val="49000"/>
                  </a:schemeClr>
                </a:solidFill>
                <a:ea typeface="Malgun Gothic"/>
              </a:rPr>
              <a:t>990원 AI 사주, 모바일 최적화, </a:t>
            </a:r>
            <a:endParaRPr lang="en-US" altLang="ko-KR" sz="1100">
              <a:solidFill>
                <a:schemeClr val="bg2">
                  <a:lumMod val="49000"/>
                </a:schemeClr>
              </a:solidFill>
              <a:ea typeface="맑은 고딕"/>
            </a:endParaRPr>
          </a:p>
          <a:p>
            <a:pPr>
              <a:lnSpc>
                <a:spcPct val="200000"/>
              </a:lnSpc>
            </a:pPr>
            <a:r>
              <a:rPr lang="ko-KR" altLang="en-US" sz="1100">
                <a:solidFill>
                  <a:schemeClr val="bg2">
                    <a:lumMod val="49000"/>
                  </a:schemeClr>
                </a:solidFill>
                <a:ea typeface="Malgun Gothic"/>
              </a:rPr>
              <a:t>결과를 SNS/공유로 확산시켜 </a:t>
            </a:r>
            <a:endParaRPr lang="en-US" altLang="ko-KR" sz="1100">
              <a:solidFill>
                <a:schemeClr val="bg2">
                  <a:lumMod val="49000"/>
                </a:schemeClr>
              </a:solidFill>
              <a:ea typeface="맑은 고딕"/>
            </a:endParaRPr>
          </a:p>
          <a:p>
            <a:pPr>
              <a:lnSpc>
                <a:spcPct val="200000"/>
              </a:lnSpc>
            </a:pPr>
            <a:r>
              <a:rPr lang="ko-KR" altLang="en-US" sz="1100">
                <a:solidFill>
                  <a:schemeClr val="bg2">
                    <a:lumMod val="49000"/>
                  </a:schemeClr>
                </a:solidFill>
                <a:ea typeface="Malgun Gothic"/>
              </a:rPr>
              <a:t>소셜 콘텐츠로 성장.</a:t>
            </a:r>
            <a:endParaRPr lang="en-US" altLang="ko-KR" sz="1100">
              <a:solidFill>
                <a:schemeClr val="bg2">
                  <a:lumMod val="49000"/>
                </a:schemeClr>
              </a:solidFill>
              <a:ea typeface="맑은 고딕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A1A255-F09D-A13B-AE28-4CCE0E3FA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565" y="1961321"/>
            <a:ext cx="1977183" cy="430033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7F7A11E-855A-22F7-11AD-E613C9C3DB91}"/>
              </a:ext>
            </a:extLst>
          </p:cNvPr>
          <p:cNvSpPr txBox="1"/>
          <p:nvPr/>
        </p:nvSpPr>
        <p:spPr>
          <a:xfrm>
            <a:off x="6509747" y="1963424"/>
            <a:ext cx="2498671" cy="338554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600" b="1">
                <a:solidFill>
                  <a:srgbClr val="B0003A"/>
                </a:solidFill>
                <a:ea typeface="Malgun Gothic"/>
              </a:rPr>
              <a:t>청월당 사주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102CC5-28A1-4E40-87C1-AF3429936591}"/>
              </a:ext>
            </a:extLst>
          </p:cNvPr>
          <p:cNvSpPr txBox="1"/>
          <p:nvPr/>
        </p:nvSpPr>
        <p:spPr>
          <a:xfrm>
            <a:off x="6509746" y="2374240"/>
            <a:ext cx="4002792" cy="10541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100">
                <a:solidFill>
                  <a:schemeClr val="bg2">
                    <a:lumMod val="49000"/>
                  </a:schemeClr>
                </a:solidFill>
                <a:ea typeface="Malgun Gothic"/>
              </a:rPr>
              <a:t>사주 해석을 웹툰 형식으로 풀어내</a:t>
            </a:r>
          </a:p>
          <a:p>
            <a:pPr>
              <a:lnSpc>
                <a:spcPct val="200000"/>
              </a:lnSpc>
            </a:pPr>
            <a:r>
              <a:rPr lang="ko-KR" altLang="en-US" sz="1100">
                <a:solidFill>
                  <a:schemeClr val="bg2">
                    <a:lumMod val="49000"/>
                  </a:schemeClr>
                </a:solidFill>
                <a:ea typeface="Malgun Gothic"/>
              </a:rPr>
              <a:t>진입장벽을 낮춘 사례.</a:t>
            </a:r>
          </a:p>
          <a:p>
            <a:pPr>
              <a:lnSpc>
                <a:spcPct val="200000"/>
              </a:lnSpc>
            </a:pPr>
            <a:r>
              <a:rPr lang="ko-KR" altLang="en-US" sz="1100">
                <a:solidFill>
                  <a:schemeClr val="bg2">
                    <a:lumMod val="49000"/>
                  </a:schemeClr>
                </a:solidFill>
                <a:ea typeface="Malgun Gothic"/>
              </a:rPr>
              <a:t>어려운 명리를 친근하게 전달.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1C92814-B2D6-0FAF-71A8-1C0D28BA2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852" y="3525078"/>
            <a:ext cx="1288072" cy="2736574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A3A4F77-87C8-AE83-968C-9DA04F62ECDB}"/>
              </a:ext>
            </a:extLst>
          </p:cNvPr>
          <p:cNvSpPr/>
          <p:nvPr/>
        </p:nvSpPr>
        <p:spPr>
          <a:xfrm>
            <a:off x="6273476" y="1664164"/>
            <a:ext cx="5497357" cy="4666165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endParaRPr lang="en-US" altLang="ko-KR" sz="2000" b="1">
              <a:ea typeface="Malgun Gothic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63B940-5655-0E4A-C9B4-85AD320194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5723" y="3425686"/>
            <a:ext cx="1506852" cy="28293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978909-968C-6EB5-0883-E633D08C33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0052" y="1802294"/>
            <a:ext cx="2017060" cy="438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38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BE65EB-4EA3-E3F7-CDA8-CCB21EA48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393788-8F9E-D530-FCE1-A79E3218C028}"/>
              </a:ext>
            </a:extLst>
          </p:cNvPr>
          <p:cNvSpPr/>
          <p:nvPr/>
        </p:nvSpPr>
        <p:spPr>
          <a:xfrm>
            <a:off x="566928" y="756630"/>
            <a:ext cx="54864" cy="530352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8C4B48A-2AF2-D578-D23E-BE4B46EBC6AC}"/>
              </a:ext>
            </a:extLst>
          </p:cNvPr>
          <p:cNvSpPr/>
          <p:nvPr/>
        </p:nvSpPr>
        <p:spPr>
          <a:xfrm>
            <a:off x="749808" y="747486"/>
            <a:ext cx="813816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2500" b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/>
                <a:cs typeface="Malgun Gothic" pitchFamily="34" charset="-120"/>
              </a:rPr>
              <a:t>01. </a:t>
            </a:r>
            <a:r>
              <a:rPr lang="en-US" sz="2500" b="1" err="1">
                <a:solidFill>
                  <a:srgbClr val="16171A"/>
                </a:solidFill>
                <a:ea typeface="LG스마트체2.0 Regular"/>
                <a:cs typeface="+mn-lt"/>
              </a:rPr>
              <a:t>주제</a:t>
            </a:r>
            <a:r>
              <a:rPr 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 </a:t>
            </a:r>
            <a:r>
              <a:rPr lang="ko-KR" alt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선정</a:t>
            </a:r>
            <a:r>
              <a:rPr 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 </a:t>
            </a:r>
            <a:r>
              <a:rPr lang="ko-KR" alt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배경</a:t>
            </a:r>
            <a:endParaRPr lang="en-US" sz="25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FDD22E4-BCA1-1444-7B84-F3E6FE0298F5}"/>
              </a:ext>
            </a:extLst>
          </p:cNvPr>
          <p:cNvSpPr/>
          <p:nvPr/>
        </p:nvSpPr>
        <p:spPr>
          <a:xfrm>
            <a:off x="568415" y="1942459"/>
            <a:ext cx="5258818" cy="4467383"/>
          </a:xfrm>
          <a:prstGeom prst="roundRect">
            <a:avLst/>
          </a:prstGeom>
          <a:solidFill>
            <a:schemeClr val="bg2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endParaRPr lang="en-US" altLang="ko-KR" sz="2000" b="1">
              <a:ea typeface="Malgun Gothic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28E75FC-F92E-3999-C110-8239F2BBC24B}"/>
              </a:ext>
            </a:extLst>
          </p:cNvPr>
          <p:cNvSpPr/>
          <p:nvPr/>
        </p:nvSpPr>
        <p:spPr>
          <a:xfrm>
            <a:off x="806470" y="1289287"/>
            <a:ext cx="6168708" cy="47213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SO, ORACLE - </a:t>
            </a:r>
            <a:r>
              <a:rPr lang="en-US" sz="1400" b="1" err="1">
                <a:solidFill>
                  <a:srgbClr val="B0003A"/>
                </a:solidFill>
                <a:latin typeface="LG스마트체2.0 Regular"/>
                <a:ea typeface="LG스마트체2.0 Regular"/>
              </a:rPr>
              <a:t>성공</a:t>
            </a: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 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공식은</a:t>
            </a: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 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잇되, 관상</a:t>
            </a:r>
            <a:r>
              <a:rPr lang="en-US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·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온디바이스로 진화</a:t>
            </a:r>
            <a:r>
              <a:rPr lang="en-US" altLang="ko-KR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 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BD1BC1A-0C33-3189-0A3E-73B3B07143D3}"/>
              </a:ext>
            </a:extLst>
          </p:cNvPr>
          <p:cNvSpPr/>
          <p:nvPr/>
        </p:nvSpPr>
        <p:spPr>
          <a:xfrm>
            <a:off x="6366241" y="1942459"/>
            <a:ext cx="5225688" cy="4467383"/>
          </a:xfrm>
          <a:prstGeom prst="roundRect">
            <a:avLst/>
          </a:prstGeom>
          <a:solidFill>
            <a:srgbClr val="B0003A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endParaRPr lang="en-US" altLang="ko-KR" sz="2000" b="1">
              <a:ea typeface="Malgun Gothic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460B0DC-A82B-C902-514E-3E007F2846C8}"/>
              </a:ext>
            </a:extLst>
          </p:cNvPr>
          <p:cNvCxnSpPr/>
          <p:nvPr/>
        </p:nvCxnSpPr>
        <p:spPr>
          <a:xfrm flipV="1">
            <a:off x="1062404" y="2833034"/>
            <a:ext cx="4014452" cy="1083"/>
          </a:xfrm>
          <a:prstGeom prst="straightConnector1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70CDB84-C24C-F313-3D5F-04CFCDAFA2AB}"/>
              </a:ext>
            </a:extLst>
          </p:cNvPr>
          <p:cNvSpPr txBox="1"/>
          <p:nvPr/>
        </p:nvSpPr>
        <p:spPr>
          <a:xfrm>
            <a:off x="990217" y="2453755"/>
            <a:ext cx="249867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600" b="1">
                <a:solidFill>
                  <a:schemeClr val="bg2">
                    <a:lumMod val="49000"/>
                  </a:schemeClr>
                </a:solidFill>
                <a:ea typeface="Malgun Gothic"/>
              </a:rPr>
              <a:t>기존 AI 사주 서비스</a:t>
            </a:r>
            <a:endParaRPr lang="en-US" sz="1600" b="1">
              <a:solidFill>
                <a:schemeClr val="bg2">
                  <a:lumMod val="49000"/>
                </a:schemeClr>
              </a:solidFill>
              <a:ea typeface="Malgun Gothic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B38B1E-A69D-19F1-A782-000679A9FD3F}"/>
              </a:ext>
            </a:extLst>
          </p:cNvPr>
          <p:cNvSpPr txBox="1"/>
          <p:nvPr/>
        </p:nvSpPr>
        <p:spPr>
          <a:xfrm>
            <a:off x="1063103" y="2937458"/>
            <a:ext cx="4062427" cy="21782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Font typeface="Calibri"/>
              <a:buChar char="-"/>
            </a:pPr>
            <a:r>
              <a:rPr lang="ko-KR" altLang="en-US" sz="1400">
                <a:solidFill>
                  <a:schemeClr val="bg2">
                    <a:lumMod val="49000"/>
                  </a:schemeClr>
                </a:solidFill>
                <a:ea typeface="Malgun Gothic"/>
              </a:rPr>
              <a:t>개인 정보가 서버로 전송, </a:t>
            </a:r>
            <a:r>
              <a:rPr lang="ko-KR" sz="1400">
                <a:solidFill>
                  <a:schemeClr val="bg2">
                    <a:lumMod val="49000"/>
                  </a:schemeClr>
                </a:solidFill>
                <a:ea typeface="Malgun Gothic"/>
              </a:rPr>
              <a:t>민감정보(얼굴)는 다루지 않음</a:t>
            </a:r>
            <a:endParaRPr lang="ko-KR" altLang="en-US" sz="1400">
              <a:solidFill>
                <a:schemeClr val="bg2">
                  <a:lumMod val="49000"/>
                </a:schemeClr>
              </a:solidFill>
              <a:ea typeface="Malgun Gothic"/>
            </a:endParaRPr>
          </a:p>
          <a:p>
            <a:pPr marL="285750" indent="-285750">
              <a:lnSpc>
                <a:spcPct val="200000"/>
              </a:lnSpc>
              <a:buFont typeface="Calibri"/>
              <a:buChar char="-"/>
            </a:pPr>
            <a:r>
              <a:rPr lang="ko-KR" altLang="en-US" sz="1400">
                <a:solidFill>
                  <a:schemeClr val="bg2">
                    <a:lumMod val="49000"/>
                  </a:schemeClr>
                </a:solidFill>
                <a:ea typeface="Malgun Gothic"/>
              </a:rPr>
              <a:t>네트워크 상태에 영향을 받음</a:t>
            </a:r>
          </a:p>
          <a:p>
            <a:pPr marL="285750" indent="-285750">
              <a:lnSpc>
                <a:spcPct val="200000"/>
              </a:lnSpc>
              <a:buFont typeface="Calibri"/>
              <a:buChar char="-"/>
            </a:pPr>
            <a:r>
              <a:rPr lang="ko-KR" altLang="en-US" sz="1400">
                <a:solidFill>
                  <a:schemeClr val="bg2">
                    <a:lumMod val="49000"/>
                  </a:schemeClr>
                </a:solidFill>
                <a:ea typeface="Malgun Gothic"/>
              </a:rPr>
              <a:t>사주 해석 </a:t>
            </a:r>
            <a:r>
              <a:rPr lang="ko-KR" altLang="en-US" sz="1400" b="1">
                <a:solidFill>
                  <a:schemeClr val="bg2">
                    <a:lumMod val="49000"/>
                  </a:schemeClr>
                </a:solidFill>
                <a:ea typeface="Malgun Gothic"/>
              </a:rPr>
              <a:t>단일 모달</a:t>
            </a:r>
            <a:r>
              <a:rPr lang="ko-KR" altLang="en-US" sz="1400">
                <a:solidFill>
                  <a:schemeClr val="bg2">
                    <a:lumMod val="49000"/>
                  </a:schemeClr>
                </a:solidFill>
                <a:ea typeface="Malgun Gothic"/>
              </a:rPr>
              <a:t> </a:t>
            </a:r>
            <a:endParaRPr lang="ko-KR">
              <a:solidFill>
                <a:schemeClr val="bg2">
                  <a:lumMod val="49000"/>
                </a:schemeClr>
              </a:solidFill>
              <a:ea typeface="맑은 고딕"/>
            </a:endParaRPr>
          </a:p>
          <a:p>
            <a:pPr marL="285750" indent="-285750">
              <a:lnSpc>
                <a:spcPct val="200000"/>
              </a:lnSpc>
              <a:buFont typeface="Calibri"/>
              <a:buChar char="-"/>
            </a:pPr>
            <a:r>
              <a:rPr lang="ko-KR" altLang="en-US" sz="1400" b="1">
                <a:solidFill>
                  <a:schemeClr val="bg2">
                    <a:lumMod val="49000"/>
                  </a:schemeClr>
                </a:solidFill>
                <a:ea typeface="Malgun Gothic"/>
              </a:rPr>
              <a:t>클라우드</a:t>
            </a:r>
            <a:r>
              <a:rPr lang="ko-KR" altLang="en-US" sz="1400">
                <a:solidFill>
                  <a:schemeClr val="bg2">
                    <a:lumMod val="49000"/>
                  </a:schemeClr>
                </a:solidFill>
                <a:ea typeface="Malgun Gothic"/>
              </a:rPr>
              <a:t> 기반 -&gt; 서버.통신 비용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4B8DD0B-F906-7014-DA6C-DD29C3FAFC75}"/>
              </a:ext>
            </a:extLst>
          </p:cNvPr>
          <p:cNvCxnSpPr>
            <a:cxnSpLocks/>
          </p:cNvCxnSpPr>
          <p:nvPr/>
        </p:nvCxnSpPr>
        <p:spPr>
          <a:xfrm flipV="1">
            <a:off x="6840351" y="2813155"/>
            <a:ext cx="4014452" cy="1083"/>
          </a:xfrm>
          <a:prstGeom prst="straightConnector1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126ED75-FC6C-54FD-BF99-BCE82C7BDC4E}"/>
              </a:ext>
            </a:extLst>
          </p:cNvPr>
          <p:cNvSpPr txBox="1"/>
          <p:nvPr/>
        </p:nvSpPr>
        <p:spPr>
          <a:xfrm>
            <a:off x="6768164" y="2433876"/>
            <a:ext cx="249867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600" b="1">
                <a:solidFill>
                  <a:srgbClr val="FFFFFF"/>
                </a:solidFill>
                <a:ea typeface="Malgun Gothic"/>
              </a:rPr>
              <a:t>Oracle의 차별점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EFCE4F-ACF7-C252-4415-7539383EEFB1}"/>
              </a:ext>
            </a:extLst>
          </p:cNvPr>
          <p:cNvSpPr txBox="1"/>
          <p:nvPr/>
        </p:nvSpPr>
        <p:spPr>
          <a:xfrm>
            <a:off x="6841050" y="2937457"/>
            <a:ext cx="4546131" cy="21782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Font typeface="Calibri"/>
              <a:buChar char="-"/>
            </a:pPr>
            <a:r>
              <a:rPr lang="ko-KR" altLang="en-US" sz="1400">
                <a:solidFill>
                  <a:srgbClr val="FFFFFF"/>
                </a:solidFill>
                <a:ea typeface="Malgun Gothic"/>
              </a:rPr>
              <a:t>모든 데이터 기기 내부에서 처리</a:t>
            </a:r>
            <a:br>
              <a:rPr lang="ko-KR" altLang="en-US" sz="1400">
                <a:solidFill>
                  <a:srgbClr val="FFFFFF"/>
                </a:solidFill>
                <a:ea typeface="Malgun Gothic"/>
              </a:rPr>
            </a:br>
            <a:r>
              <a:rPr lang="ko-KR" altLang="en-US" sz="1400">
                <a:solidFill>
                  <a:srgbClr val="FFFFFF"/>
                </a:solidFill>
                <a:ea typeface="Malgun Gothic"/>
              </a:rPr>
              <a:t>→</a:t>
            </a:r>
            <a:r>
              <a:rPr lang="ko-KR" sz="1400">
                <a:solidFill>
                  <a:srgbClr val="FFFFFF"/>
                </a:solidFill>
                <a:ea typeface="Malgun Gothic"/>
              </a:rPr>
              <a:t> </a:t>
            </a:r>
            <a:r>
              <a:rPr lang="ko-KR" sz="1400" b="1" u="sng">
                <a:solidFill>
                  <a:srgbClr val="FFFFFF"/>
                </a:solidFill>
                <a:ea typeface="Malgun Gothic"/>
              </a:rPr>
              <a:t>프라이버시 확보</a:t>
            </a:r>
            <a:endParaRPr lang="ko-KR" altLang="en-US" sz="1400">
              <a:solidFill>
                <a:srgbClr val="FFFFFF"/>
              </a:solidFill>
              <a:ea typeface="Malgun Gothic"/>
            </a:endParaRPr>
          </a:p>
          <a:p>
            <a:pPr marL="285750" indent="-285750">
              <a:lnSpc>
                <a:spcPct val="200000"/>
              </a:lnSpc>
              <a:buFont typeface="Calibri"/>
              <a:buChar char="-"/>
            </a:pPr>
            <a:r>
              <a:rPr lang="ko-KR" altLang="en-US" sz="1400">
                <a:solidFill>
                  <a:srgbClr val="FFFFFF"/>
                </a:solidFill>
                <a:ea typeface="Malgun Gothic"/>
              </a:rPr>
              <a:t>네트워크 지연 없이 응답</a:t>
            </a:r>
          </a:p>
          <a:p>
            <a:pPr marL="285750" indent="-285750">
              <a:lnSpc>
                <a:spcPct val="200000"/>
              </a:lnSpc>
              <a:buFont typeface="Calibri"/>
              <a:buChar char="-"/>
            </a:pPr>
            <a:r>
              <a:rPr lang="ko-KR" altLang="en-US" sz="1400">
                <a:solidFill>
                  <a:srgbClr val="FFFFFF"/>
                </a:solidFill>
                <a:ea typeface="Malgun Gothic"/>
              </a:rPr>
              <a:t>카메라 </a:t>
            </a:r>
            <a:r>
              <a:rPr lang="ko-KR" altLang="en-US" sz="1400" b="1" u="sng">
                <a:solidFill>
                  <a:srgbClr val="FFFFFF"/>
                </a:solidFill>
                <a:ea typeface="Malgun Gothic"/>
              </a:rPr>
              <a:t>관상+사주</a:t>
            </a:r>
            <a:r>
              <a:rPr lang="ko-KR" altLang="en-US" sz="1400">
                <a:solidFill>
                  <a:srgbClr val="FFFFFF"/>
                </a:solidFill>
                <a:ea typeface="Malgun Gothic"/>
              </a:rPr>
              <a:t> 멀티모달 체험</a:t>
            </a:r>
            <a:endParaRPr lang="ko-KR"/>
          </a:p>
          <a:p>
            <a:pPr marL="285750" indent="-285750">
              <a:lnSpc>
                <a:spcPct val="200000"/>
              </a:lnSpc>
              <a:buFont typeface="Calibri"/>
              <a:buChar char="-"/>
            </a:pPr>
            <a:r>
              <a:rPr lang="ko-KR" altLang="en-US" sz="1400" b="1" u="sng">
                <a:solidFill>
                  <a:srgbClr val="FFFFFF"/>
                </a:solidFill>
                <a:ea typeface="Malgun Gothic"/>
              </a:rPr>
              <a:t>100% 온디바이스(Edge AI)</a:t>
            </a:r>
            <a:r>
              <a:rPr lang="ko-KR" altLang="en-US" sz="1400">
                <a:solidFill>
                  <a:srgbClr val="FFFFFF"/>
                </a:solidFill>
                <a:ea typeface="Malgun Gothic"/>
              </a:rPr>
              <a:t> -&gt; 클라우드 비용 0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B6073BE-16D9-979C-E7F5-AD069149EA0F}"/>
              </a:ext>
            </a:extLst>
          </p:cNvPr>
          <p:cNvSpPr/>
          <p:nvPr/>
        </p:nvSpPr>
        <p:spPr>
          <a:xfrm>
            <a:off x="5913527" y="4103395"/>
            <a:ext cx="366346" cy="146538"/>
          </a:xfrm>
          <a:prstGeom prst="rightArrow">
            <a:avLst/>
          </a:prstGeom>
          <a:solidFill>
            <a:srgbClr val="B0003A"/>
          </a:solidFill>
          <a:ln>
            <a:solidFill>
              <a:srgbClr val="B00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01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00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4DF33D-FAE9-118E-2CF3-E69B1B5D1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9868B0-4A35-D993-456F-6FB5E20C042C}"/>
              </a:ext>
            </a:extLst>
          </p:cNvPr>
          <p:cNvSpPr/>
          <p:nvPr/>
        </p:nvSpPr>
        <p:spPr>
          <a:xfrm>
            <a:off x="749808" y="566928"/>
            <a:ext cx="54864" cy="420624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0497F8B-13F8-0F91-5EFA-5ECB8D0C4C4E}"/>
              </a:ext>
            </a:extLst>
          </p:cNvPr>
          <p:cNvSpPr/>
          <p:nvPr/>
        </p:nvSpPr>
        <p:spPr>
          <a:xfrm>
            <a:off x="2630570" y="2954527"/>
            <a:ext cx="7425507" cy="939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4400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02. </a:t>
            </a:r>
            <a:r>
              <a:rPr lang="ko-KR" altLang="en-US" sz="4400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서비스</a:t>
            </a:r>
            <a:r>
              <a:rPr lang="en-US" sz="4400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 </a:t>
            </a:r>
            <a:r>
              <a:rPr lang="ko-KR" altLang="en-US" sz="4400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개요</a:t>
            </a:r>
            <a:r>
              <a:rPr lang="en-US" sz="4400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 </a:t>
            </a:r>
            <a:r>
              <a:rPr lang="ko-KR" altLang="en-US" sz="4400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및</a:t>
            </a:r>
            <a:r>
              <a:rPr lang="en-US" sz="4400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 </a:t>
            </a:r>
            <a:r>
              <a:rPr lang="ko-KR" altLang="en-US" sz="4400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핵심</a:t>
            </a:r>
            <a:r>
              <a:rPr lang="en-US" sz="4400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 </a:t>
            </a:r>
            <a:r>
              <a:rPr lang="ko-KR" altLang="en-US" sz="4400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기능</a:t>
            </a:r>
            <a:endParaRPr lang="en-US" altLang="ko-KR" sz="4400" b="1">
              <a:solidFill>
                <a:srgbClr val="FFFFFF"/>
              </a:solidFill>
              <a:latin typeface="LG스마트체2.0 Regular"/>
              <a:ea typeface="LG스마트체2.0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328479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EF1163-6666-C827-4D4F-5F89242F6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C9659E-D052-0C73-49FB-AA432A2F9F39}"/>
              </a:ext>
            </a:extLst>
          </p:cNvPr>
          <p:cNvSpPr/>
          <p:nvPr/>
        </p:nvSpPr>
        <p:spPr>
          <a:xfrm>
            <a:off x="566928" y="756630"/>
            <a:ext cx="54864" cy="530352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13AFB13-1332-8BCC-B185-1EACD37354C4}"/>
              </a:ext>
            </a:extLst>
          </p:cNvPr>
          <p:cNvSpPr/>
          <p:nvPr/>
        </p:nvSpPr>
        <p:spPr>
          <a:xfrm>
            <a:off x="749808" y="747486"/>
            <a:ext cx="813816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02. </a:t>
            </a:r>
            <a:r>
              <a:rPr lang="ko-KR" alt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서비스</a:t>
            </a:r>
            <a:r>
              <a:rPr 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sz="2500" b="1" err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개발</a:t>
            </a:r>
            <a:r>
              <a:rPr 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ko-KR" alt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목표 및 핵심 기능</a:t>
            </a:r>
            <a:endParaRPr lang="en-US" sz="2500" b="1">
              <a:solidFill>
                <a:srgbClr val="16171A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5C9DD4A-DEEB-4192-9DB3-A5793DCF62F2}"/>
              </a:ext>
            </a:extLst>
          </p:cNvPr>
          <p:cNvSpPr/>
          <p:nvPr/>
        </p:nvSpPr>
        <p:spPr>
          <a:xfrm>
            <a:off x="368663" y="1719072"/>
            <a:ext cx="6162040" cy="530352"/>
          </a:xfrm>
          <a:prstGeom prst="roundRect">
            <a:avLst>
              <a:gd name="adj" fmla="val 6897"/>
            </a:avLst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 sz="40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905E5BE-4831-967A-388F-2412BCC15746}"/>
              </a:ext>
            </a:extLst>
          </p:cNvPr>
          <p:cNvSpPr/>
          <p:nvPr/>
        </p:nvSpPr>
        <p:spPr>
          <a:xfrm>
            <a:off x="589135" y="1879890"/>
            <a:ext cx="1179576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endParaRPr lang="en-US" b="1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C9AF51A-001F-A0C3-7588-09AFEC2FDBAA}"/>
              </a:ext>
            </a:extLst>
          </p:cNvPr>
          <p:cNvSpPr/>
          <p:nvPr/>
        </p:nvSpPr>
        <p:spPr>
          <a:xfrm>
            <a:off x="2086283" y="1879890"/>
            <a:ext cx="3785616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/>
                <a:cs typeface="Malgun Gothic" pitchFamily="34" charset="-120"/>
              </a:rPr>
              <a:t>개발</a:t>
            </a:r>
            <a:r>
              <a:rPr lang="en-US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/>
                <a:cs typeface="Malgun Gothic" pitchFamily="34" charset="-120"/>
              </a:rPr>
              <a:t> 목표</a:t>
            </a:r>
            <a:endParaRPr lang="en-US">
              <a:latin typeface="LG스마트체2.0 Regular" panose="020B0600000101010101" pitchFamily="50" charset="-127"/>
              <a:ea typeface="LG스마트체2.0 Regular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E6654AC-351F-210E-D828-E6D312EBF177}"/>
              </a:ext>
            </a:extLst>
          </p:cNvPr>
          <p:cNvSpPr/>
          <p:nvPr/>
        </p:nvSpPr>
        <p:spPr>
          <a:xfrm>
            <a:off x="368663" y="2249424"/>
            <a:ext cx="6162040" cy="877824"/>
          </a:xfrm>
          <a:prstGeom prst="rect">
            <a:avLst/>
          </a:prstGeom>
          <a:solidFill>
            <a:srgbClr val="FFFFFF"/>
          </a:solidFill>
          <a:ln w="6985">
            <a:solidFill>
              <a:srgbClr val="E7E8EC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368EA03-0E8C-53F5-1668-0E9007A4AEEF}"/>
              </a:ext>
            </a:extLst>
          </p:cNvPr>
          <p:cNvSpPr/>
          <p:nvPr/>
        </p:nvSpPr>
        <p:spPr>
          <a:xfrm>
            <a:off x="598279" y="2578608"/>
            <a:ext cx="1161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ko-KR" altLang="en-US" sz="1400" b="1">
                <a:solidFill>
                  <a:srgbClr val="16171A"/>
                </a:solidFill>
                <a:latin typeface="LG스마트체2.0 Regular"/>
                <a:ea typeface="LG스마트체2.0 Regular"/>
              </a:rPr>
              <a:t>사주 분석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37924CC-3AC7-4D70-E98F-18FD578091DA}"/>
              </a:ext>
            </a:extLst>
          </p:cNvPr>
          <p:cNvSpPr/>
          <p:nvPr/>
        </p:nvSpPr>
        <p:spPr>
          <a:xfrm>
            <a:off x="2037371" y="2478024"/>
            <a:ext cx="9536754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r>
              <a:rPr lang="ko-KR" altLang="en-US" sz="1400">
                <a:solidFill>
                  <a:srgbClr val="4B5563"/>
                </a:solidFill>
                <a:latin typeface="LG Smart_H2.0 R"/>
                <a:ea typeface="LG Smart_H2.0 R"/>
                <a:cs typeface="+mn-lt"/>
              </a:rPr>
              <a:t>만세력 DB 기반 사주 분석 및 LLM 해석 제공</a:t>
            </a:r>
            <a:endParaRPr lang="ko-KR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6DB7B0F-A106-64CB-D0CF-8379373F932C}"/>
              </a:ext>
            </a:extLst>
          </p:cNvPr>
          <p:cNvSpPr/>
          <p:nvPr/>
        </p:nvSpPr>
        <p:spPr>
          <a:xfrm>
            <a:off x="368663" y="3127248"/>
            <a:ext cx="6162040" cy="877824"/>
          </a:xfrm>
          <a:prstGeom prst="rect">
            <a:avLst/>
          </a:prstGeom>
          <a:solidFill>
            <a:srgbClr val="FFFFFF"/>
          </a:solidFill>
          <a:ln w="6985">
            <a:solidFill>
              <a:srgbClr val="E7E8EC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C72691C-9B78-49EC-B69E-766415A4A8BB}"/>
              </a:ext>
            </a:extLst>
          </p:cNvPr>
          <p:cNvSpPr/>
          <p:nvPr/>
        </p:nvSpPr>
        <p:spPr>
          <a:xfrm>
            <a:off x="598279" y="3456432"/>
            <a:ext cx="1161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ko-KR" altLang="en-US" sz="1400" b="1">
                <a:solidFill>
                  <a:srgbClr val="16171A"/>
                </a:solidFill>
                <a:latin typeface="LG스마트체2.0 Regular"/>
                <a:ea typeface="LG스마트체2.0 Regular"/>
              </a:rPr>
              <a:t>관상 분석</a:t>
            </a:r>
            <a:endParaRPr lang="en-US" sz="1400" b="1">
              <a:solidFill>
                <a:srgbClr val="16171A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A160986-D32E-73DF-24C5-7691811C41E1}"/>
              </a:ext>
            </a:extLst>
          </p:cNvPr>
          <p:cNvSpPr/>
          <p:nvPr/>
        </p:nvSpPr>
        <p:spPr>
          <a:xfrm>
            <a:off x="2030113" y="3355848"/>
            <a:ext cx="477607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r>
              <a:rPr lang="ko-KR" altLang="en-US" sz="1400">
                <a:solidFill>
                  <a:srgbClr val="4B5563"/>
                </a:solidFill>
                <a:latin typeface="LG스마트체2.0 Regular"/>
                <a:ea typeface="LG Smart_H2.0 R"/>
              </a:rPr>
              <a:t>카메라 기반 얼굴 인식 및 랜드마크 분석 후 관상 정보 제공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A387638-EA4E-D1F8-F85C-39C0D31E55A4}"/>
              </a:ext>
            </a:extLst>
          </p:cNvPr>
          <p:cNvSpPr/>
          <p:nvPr/>
        </p:nvSpPr>
        <p:spPr>
          <a:xfrm>
            <a:off x="368663" y="4005072"/>
            <a:ext cx="6162040" cy="877824"/>
          </a:xfrm>
          <a:prstGeom prst="rect">
            <a:avLst/>
          </a:prstGeom>
          <a:solidFill>
            <a:srgbClr val="FFFFFF"/>
          </a:solidFill>
          <a:ln w="6985">
            <a:solidFill>
              <a:srgbClr val="E7E8EC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FB9EDDD-8C15-976D-D620-C1A82E6284FA}"/>
              </a:ext>
            </a:extLst>
          </p:cNvPr>
          <p:cNvSpPr/>
          <p:nvPr/>
        </p:nvSpPr>
        <p:spPr>
          <a:xfrm>
            <a:off x="591022" y="4334256"/>
            <a:ext cx="1444316" cy="28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ko-KR" altLang="en-US" sz="1400" b="1">
                <a:solidFill>
                  <a:srgbClr val="16171A"/>
                </a:solidFill>
                <a:latin typeface="LG스마트체2.0 Regular"/>
                <a:ea typeface="LG스마트체2.0 Regular"/>
              </a:rPr>
              <a:t>궁합 분석</a:t>
            </a:r>
            <a:endParaRPr lang="en-US" sz="1400" b="1">
              <a:solidFill>
                <a:srgbClr val="16171A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28BA1CB-49BC-27FE-0A0F-4D6065938ECC}"/>
              </a:ext>
            </a:extLst>
          </p:cNvPr>
          <p:cNvSpPr/>
          <p:nvPr/>
        </p:nvSpPr>
        <p:spPr>
          <a:xfrm>
            <a:off x="2037370" y="4233672"/>
            <a:ext cx="477607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r>
              <a:rPr lang="ko-KR" altLang="en-US" sz="14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두</a:t>
            </a:r>
            <a:r>
              <a:rPr lang="en-US" sz="14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ko-KR" altLang="en-US" sz="14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사람의</a:t>
            </a:r>
            <a:r>
              <a:rPr lang="en-US" altLang="ko-KR" sz="14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altLang="ko-KR" sz="14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정보를</a:t>
            </a:r>
            <a:r>
              <a:rPr lang="en-US" altLang="ko-KR" sz="14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altLang="ko-KR" sz="14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통합한</a:t>
            </a:r>
            <a:r>
              <a:rPr lang="en-US" altLang="ko-KR" sz="14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altLang="ko-KR" sz="14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관계별</a:t>
            </a:r>
            <a:r>
              <a:rPr lang="en-US" altLang="ko-KR" sz="14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altLang="ko-KR" sz="14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궁합</a:t>
            </a:r>
            <a:r>
              <a:rPr lang="en-US" altLang="ko-KR" sz="14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altLang="ko-KR" sz="14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리포트</a:t>
            </a:r>
            <a:r>
              <a:rPr lang="en-US" altLang="ko-KR" sz="14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altLang="ko-KR" sz="14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생성</a:t>
            </a:r>
            <a:endParaRPr lang="en-US" altLang="ko-KR" sz="1400" err="1">
              <a:solidFill>
                <a:srgbClr val="4B5563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7E52CA41-2ED0-2A7E-BDD8-B3E9D99021A9}"/>
              </a:ext>
            </a:extLst>
          </p:cNvPr>
          <p:cNvSpPr/>
          <p:nvPr/>
        </p:nvSpPr>
        <p:spPr>
          <a:xfrm>
            <a:off x="368663" y="4882896"/>
            <a:ext cx="6162040" cy="877824"/>
          </a:xfrm>
          <a:prstGeom prst="rect">
            <a:avLst/>
          </a:prstGeom>
          <a:solidFill>
            <a:srgbClr val="FFFFFF"/>
          </a:solidFill>
          <a:ln w="6985">
            <a:solidFill>
              <a:srgbClr val="E7E8EC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07FBD40-B751-9C6B-E8C2-23320688F819}"/>
              </a:ext>
            </a:extLst>
          </p:cNvPr>
          <p:cNvSpPr/>
          <p:nvPr/>
        </p:nvSpPr>
        <p:spPr>
          <a:xfrm>
            <a:off x="598279" y="5212080"/>
            <a:ext cx="1161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ko-KR" sz="1400" b="1">
                <a:solidFill>
                  <a:srgbClr val="16171A"/>
                </a:solidFill>
                <a:latin typeface="LG Smart_H2.0 R"/>
                <a:ea typeface="LG Smart_H2.0 R"/>
              </a:rPr>
              <a:t>온</a:t>
            </a:r>
            <a:r>
              <a:rPr lang="en-US" altLang="ko-KR" sz="1400" b="1">
                <a:solidFill>
                  <a:srgbClr val="16171A"/>
                </a:solidFill>
                <a:latin typeface="LG Smart_H2.0 R"/>
                <a:ea typeface="LG Smart_H2.0 R"/>
              </a:rPr>
              <a:t>-</a:t>
            </a:r>
            <a:r>
              <a:rPr lang="ko-KR" sz="1400" b="1">
                <a:solidFill>
                  <a:srgbClr val="16171A"/>
                </a:solidFill>
                <a:latin typeface="LG Smart_H2.0 R"/>
                <a:ea typeface="LG Smart_H2.0 R"/>
              </a:rPr>
              <a:t>디바이스</a:t>
            </a:r>
            <a:r>
              <a:rPr lang="en-US" altLang="ko-KR" sz="1400" b="1">
                <a:solidFill>
                  <a:srgbClr val="16171A"/>
                </a:solidFill>
                <a:latin typeface="LG Smart_H2.0 R"/>
                <a:ea typeface="LG Smart_H2.0 R"/>
              </a:rPr>
              <a:t> AI</a:t>
            </a:r>
            <a:endParaRPr lang="ko-KR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4145B49A-4F5A-17C4-FE9B-531A53B47ECB}"/>
              </a:ext>
            </a:extLst>
          </p:cNvPr>
          <p:cNvSpPr/>
          <p:nvPr/>
        </p:nvSpPr>
        <p:spPr>
          <a:xfrm>
            <a:off x="2030113" y="5111496"/>
            <a:ext cx="477607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ko-KR" altLang="en-US" sz="1400">
                <a:solidFill>
                  <a:srgbClr val="4B5563"/>
                </a:solidFill>
                <a:latin typeface="LG스마트체2.0 Regular"/>
                <a:ea typeface="LG스마트체2.0 Regular"/>
              </a:rPr>
              <a:t>라즈베리파이 로컬 LLM 기반 AI 서비스 구현</a:t>
            </a:r>
            <a:endParaRPr lang="en-US" sz="1400">
              <a:solidFill>
                <a:srgbClr val="4B5563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ED46226A-B67E-0CF9-AEDC-192809B18ADD}"/>
              </a:ext>
            </a:extLst>
          </p:cNvPr>
          <p:cNvSpPr/>
          <p:nvPr/>
        </p:nvSpPr>
        <p:spPr>
          <a:xfrm>
            <a:off x="806470" y="1289287"/>
            <a:ext cx="6168708" cy="47213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WHAT </a:t>
            </a: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- ORACLE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이</a:t>
            </a: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 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구현하고자</a:t>
            </a: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 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한</a:t>
            </a: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 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핵심</a:t>
            </a: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 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서비스</a:t>
            </a: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B3914765-B9DA-9051-DBDB-5394A0175228}"/>
              </a:ext>
            </a:extLst>
          </p:cNvPr>
          <p:cNvSpPr/>
          <p:nvPr/>
        </p:nvSpPr>
        <p:spPr>
          <a:xfrm>
            <a:off x="6769463" y="1719072"/>
            <a:ext cx="4819469" cy="530352"/>
          </a:xfrm>
          <a:prstGeom prst="roundRect">
            <a:avLst>
              <a:gd name="adj" fmla="val 6897"/>
            </a:avLst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 sz="40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2CF5BD97-5870-74F9-67CB-BEE1A87F5418}"/>
              </a:ext>
            </a:extLst>
          </p:cNvPr>
          <p:cNvSpPr/>
          <p:nvPr/>
        </p:nvSpPr>
        <p:spPr>
          <a:xfrm>
            <a:off x="7127821" y="1872633"/>
            <a:ext cx="1179576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분류</a:t>
            </a:r>
            <a:endParaRPr lang="en-US" b="1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3D7862D6-775C-583F-189A-8B8F9840D865}"/>
              </a:ext>
            </a:extLst>
          </p:cNvPr>
          <p:cNvSpPr/>
          <p:nvPr/>
        </p:nvSpPr>
        <p:spPr>
          <a:xfrm>
            <a:off x="8624969" y="1872633"/>
            <a:ext cx="3785616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ko-KR" altLang="en-US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핵심 기능</a:t>
            </a:r>
            <a:endParaRPr lang="en-US" b="1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/>
            </a:endParaRPr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5FA471D2-0BBF-3F21-5E8F-1B3CC6FE90A8}"/>
              </a:ext>
            </a:extLst>
          </p:cNvPr>
          <p:cNvSpPr/>
          <p:nvPr/>
        </p:nvSpPr>
        <p:spPr>
          <a:xfrm>
            <a:off x="6769463" y="2249424"/>
            <a:ext cx="4819469" cy="877824"/>
          </a:xfrm>
          <a:prstGeom prst="rect">
            <a:avLst/>
          </a:prstGeom>
          <a:solidFill>
            <a:srgbClr val="FFFFFF"/>
          </a:solidFill>
          <a:ln w="6985">
            <a:solidFill>
              <a:srgbClr val="E7E8EC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063971C-15C3-F1B6-1DC3-FF147E89648F}"/>
              </a:ext>
            </a:extLst>
          </p:cNvPr>
          <p:cNvSpPr/>
          <p:nvPr/>
        </p:nvSpPr>
        <p:spPr>
          <a:xfrm>
            <a:off x="7129708" y="2578608"/>
            <a:ext cx="1161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ko-KR" altLang="en-US" sz="1400" b="1">
                <a:solidFill>
                  <a:srgbClr val="16171A"/>
                </a:solidFill>
                <a:latin typeface="LG스마트체2.0 Regular"/>
                <a:ea typeface="LG스마트체2.0 Regular"/>
              </a:rPr>
              <a:t>서비스 목표</a:t>
            </a: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33F76E84-55EB-F81F-5F06-8DE6FDBF3D40}"/>
              </a:ext>
            </a:extLst>
          </p:cNvPr>
          <p:cNvSpPr/>
          <p:nvPr/>
        </p:nvSpPr>
        <p:spPr>
          <a:xfrm>
            <a:off x="8467199" y="2492538"/>
            <a:ext cx="2315899" cy="44239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r>
              <a:rPr lang="en-US" altLang="ko-KR" sz="1400" err="1">
                <a:solidFill>
                  <a:srgbClr val="4B5563"/>
                </a:solidFill>
                <a:latin typeface="LG Smart_H2.0 R"/>
                <a:ea typeface="LG Smart_H2.0 R"/>
              </a:rPr>
              <a:t>제품</a:t>
            </a:r>
            <a:r>
              <a:rPr lang="en-US" altLang="ko-KR" sz="1400">
                <a:solidFill>
                  <a:srgbClr val="4B5563"/>
                </a:solidFill>
                <a:latin typeface="LG Smart_H2.0 R"/>
                <a:ea typeface="LG Smart_H2.0 R"/>
              </a:rPr>
              <a:t>, </a:t>
            </a:r>
            <a:r>
              <a:rPr lang="en-US" altLang="ko-KR" sz="1400" err="1">
                <a:solidFill>
                  <a:srgbClr val="4B5563"/>
                </a:solidFill>
                <a:latin typeface="LG Smart_H2.0 R"/>
                <a:ea typeface="LG Smart_H2.0 R"/>
              </a:rPr>
              <a:t>입력</a:t>
            </a:r>
            <a:r>
              <a:rPr lang="en-US" altLang="ko-KR" sz="1400">
                <a:solidFill>
                  <a:srgbClr val="4B5563"/>
                </a:solidFill>
                <a:latin typeface="LG Smart_H2.0 R"/>
                <a:ea typeface="LG Smart_H2.0 R"/>
              </a:rPr>
              <a:t>, </a:t>
            </a:r>
            <a:r>
              <a:rPr lang="en-US" altLang="ko-KR" sz="1400" err="1">
                <a:solidFill>
                  <a:srgbClr val="4B5563"/>
                </a:solidFill>
                <a:latin typeface="LG Smart_H2.0 R"/>
                <a:ea typeface="LG Smart_H2.0 R"/>
              </a:rPr>
              <a:t>분석</a:t>
            </a:r>
            <a:r>
              <a:rPr lang="en-US" altLang="ko-KR" sz="1400">
                <a:solidFill>
                  <a:srgbClr val="4B5563"/>
                </a:solidFill>
                <a:latin typeface="LG Smart_H2.0 R"/>
                <a:ea typeface="LG Smart_H2.0 R"/>
              </a:rPr>
              <a:t> </a:t>
            </a:r>
            <a:r>
              <a:rPr lang="en-US" altLang="ko-KR" sz="1400" err="1">
                <a:solidFill>
                  <a:srgbClr val="4B5563"/>
                </a:solidFill>
                <a:latin typeface="LG Smart_H2.0 R"/>
                <a:ea typeface="LG Smart_H2.0 R"/>
              </a:rPr>
              <a:t>레포트</a:t>
            </a:r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41982040-8A3A-9890-CFB3-BBC94FF8EC3C}"/>
              </a:ext>
            </a:extLst>
          </p:cNvPr>
          <p:cNvSpPr/>
          <p:nvPr/>
        </p:nvSpPr>
        <p:spPr>
          <a:xfrm>
            <a:off x="6769463" y="3127248"/>
            <a:ext cx="4819469" cy="877824"/>
          </a:xfrm>
          <a:prstGeom prst="rect">
            <a:avLst/>
          </a:prstGeom>
          <a:solidFill>
            <a:srgbClr val="FFFFFF"/>
          </a:solidFill>
          <a:ln w="6985">
            <a:solidFill>
              <a:srgbClr val="E7E8EC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72AB557B-74EA-575A-427E-D3A388D2E1E1}"/>
              </a:ext>
            </a:extLst>
          </p:cNvPr>
          <p:cNvSpPr/>
          <p:nvPr/>
        </p:nvSpPr>
        <p:spPr>
          <a:xfrm>
            <a:off x="7129708" y="3478204"/>
            <a:ext cx="1161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ko-KR" altLang="en-US" sz="1400" b="1">
                <a:solidFill>
                  <a:srgbClr val="16171A"/>
                </a:solidFill>
                <a:latin typeface="LG스마트체2.0 Regular"/>
                <a:ea typeface="LG스마트체2.0 Regular"/>
              </a:rPr>
              <a:t>분석 파이프라인</a:t>
            </a:r>
            <a:endParaRPr lang="en-US" sz="1400" b="1">
              <a:solidFill>
                <a:srgbClr val="16171A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BF01DAA0-3301-266F-7C4A-D22F1AAC0DE3}"/>
              </a:ext>
            </a:extLst>
          </p:cNvPr>
          <p:cNvSpPr/>
          <p:nvPr/>
        </p:nvSpPr>
        <p:spPr>
          <a:xfrm>
            <a:off x="8452685" y="3370362"/>
            <a:ext cx="2976298" cy="44239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r>
              <a:rPr lang="ko-KR" altLang="en-US" sz="1400">
                <a:solidFill>
                  <a:srgbClr val="4B5563"/>
                </a:solidFill>
                <a:latin typeface="LG Smart_H2.0 R"/>
                <a:ea typeface="LG Smart_H2.0 R"/>
              </a:rPr>
              <a:t>얼굴 캡처, 관상 분석, 사주/만세력, LLM</a:t>
            </a:r>
          </a:p>
        </p:txBody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2E018FAF-8554-B0E6-9468-F9A3BDC8D592}"/>
              </a:ext>
            </a:extLst>
          </p:cNvPr>
          <p:cNvSpPr/>
          <p:nvPr/>
        </p:nvSpPr>
        <p:spPr>
          <a:xfrm>
            <a:off x="6769463" y="4005072"/>
            <a:ext cx="4819469" cy="877824"/>
          </a:xfrm>
          <a:prstGeom prst="rect">
            <a:avLst/>
          </a:prstGeom>
          <a:solidFill>
            <a:srgbClr val="FFFFFF"/>
          </a:solidFill>
          <a:ln w="6985">
            <a:solidFill>
              <a:srgbClr val="E7E8EC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9BD57CC4-35A0-13BA-430E-CA6AD634A4DB}"/>
              </a:ext>
            </a:extLst>
          </p:cNvPr>
          <p:cNvSpPr/>
          <p:nvPr/>
        </p:nvSpPr>
        <p:spPr>
          <a:xfrm>
            <a:off x="7129708" y="4305227"/>
            <a:ext cx="1444316" cy="28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ko-KR" altLang="en-US" sz="1400" b="1">
                <a:solidFill>
                  <a:srgbClr val="16171A"/>
                </a:solidFill>
                <a:latin typeface="LG스마트체2.0 Regular"/>
                <a:ea typeface="LG스마트체2.0 Regular"/>
              </a:rPr>
              <a:t>운영 구조</a:t>
            </a:r>
            <a:endParaRPr lang="en-US" sz="1400" b="1">
              <a:solidFill>
                <a:srgbClr val="16171A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43" name="Text 22">
            <a:extLst>
              <a:ext uri="{FF2B5EF4-FFF2-40B4-BE49-F238E27FC236}">
                <a16:creationId xmlns:a16="http://schemas.microsoft.com/office/drawing/2014/main" id="{982A7F09-3FF3-C4DB-B4BF-7BD5C536216B}"/>
              </a:ext>
            </a:extLst>
          </p:cNvPr>
          <p:cNvSpPr/>
          <p:nvPr/>
        </p:nvSpPr>
        <p:spPr>
          <a:xfrm>
            <a:off x="8474456" y="4226415"/>
            <a:ext cx="2867442" cy="39885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r>
              <a:rPr lang="ko-KR" altLang="en-US" sz="14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실행 및 설정, 분산 시스템, 비기능</a:t>
            </a:r>
            <a:endParaRPr lang="en-US" altLang="ko-KR" sz="1400">
              <a:solidFill>
                <a:srgbClr val="4B5563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45" name="Shape 26">
            <a:extLst>
              <a:ext uri="{FF2B5EF4-FFF2-40B4-BE49-F238E27FC236}">
                <a16:creationId xmlns:a16="http://schemas.microsoft.com/office/drawing/2014/main" id="{00629F47-9E14-BF5E-2AC3-0212BC119762}"/>
              </a:ext>
            </a:extLst>
          </p:cNvPr>
          <p:cNvSpPr/>
          <p:nvPr/>
        </p:nvSpPr>
        <p:spPr>
          <a:xfrm>
            <a:off x="6769463" y="4882896"/>
            <a:ext cx="4819469" cy="877824"/>
          </a:xfrm>
          <a:prstGeom prst="rect">
            <a:avLst/>
          </a:prstGeom>
          <a:solidFill>
            <a:srgbClr val="FFFFFF"/>
          </a:solidFill>
          <a:ln w="6985">
            <a:solidFill>
              <a:srgbClr val="E7E8EC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7" name="Text 27">
            <a:extLst>
              <a:ext uri="{FF2B5EF4-FFF2-40B4-BE49-F238E27FC236}">
                <a16:creationId xmlns:a16="http://schemas.microsoft.com/office/drawing/2014/main" id="{8CDC7919-FD94-5342-3609-2A76670F2C83}"/>
              </a:ext>
            </a:extLst>
          </p:cNvPr>
          <p:cNvSpPr/>
          <p:nvPr/>
        </p:nvSpPr>
        <p:spPr>
          <a:xfrm>
            <a:off x="7129708" y="5212080"/>
            <a:ext cx="1161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ko-KR" sz="1400" b="1" err="1">
                <a:solidFill>
                  <a:srgbClr val="16171A"/>
                </a:solidFill>
                <a:latin typeface="LG Smart_H2.0 R"/>
                <a:ea typeface="LG Smart_H2.0 R"/>
              </a:rPr>
              <a:t>개인정보</a:t>
            </a:r>
          </a:p>
        </p:txBody>
      </p:sp>
      <p:sp>
        <p:nvSpPr>
          <p:cNvPr id="49" name="Text 28">
            <a:extLst>
              <a:ext uri="{FF2B5EF4-FFF2-40B4-BE49-F238E27FC236}">
                <a16:creationId xmlns:a16="http://schemas.microsoft.com/office/drawing/2014/main" id="{DF29BD84-DA8A-0F69-6280-8607EE44F9A6}"/>
              </a:ext>
            </a:extLst>
          </p:cNvPr>
          <p:cNvSpPr/>
          <p:nvPr/>
        </p:nvSpPr>
        <p:spPr>
          <a:xfrm>
            <a:off x="8481713" y="5126010"/>
            <a:ext cx="2758585" cy="44239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ko-KR" altLang="en-US" sz="1400">
                <a:solidFill>
                  <a:srgbClr val="4B5563"/>
                </a:solidFill>
                <a:latin typeface="LG스마트체2.0 Regular"/>
                <a:ea typeface="LG스마트체2.0 Regular"/>
              </a:rPr>
              <a:t>데이터, 보안 및 개인정보</a:t>
            </a:r>
          </a:p>
        </p:txBody>
      </p:sp>
      <p:sp>
        <p:nvSpPr>
          <p:cNvPr id="53" name="Shape 26">
            <a:extLst>
              <a:ext uri="{FF2B5EF4-FFF2-40B4-BE49-F238E27FC236}">
                <a16:creationId xmlns:a16="http://schemas.microsoft.com/office/drawing/2014/main" id="{46933706-6D1C-7863-5674-AF8CD311E3C9}"/>
              </a:ext>
            </a:extLst>
          </p:cNvPr>
          <p:cNvSpPr/>
          <p:nvPr/>
        </p:nvSpPr>
        <p:spPr>
          <a:xfrm>
            <a:off x="6769462" y="5761009"/>
            <a:ext cx="4819469" cy="877824"/>
          </a:xfrm>
          <a:prstGeom prst="rect">
            <a:avLst/>
          </a:prstGeom>
          <a:solidFill>
            <a:srgbClr val="FFFFFF"/>
          </a:solidFill>
          <a:ln w="6985">
            <a:solidFill>
              <a:srgbClr val="E7E8EC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5" name="Text 27">
            <a:extLst>
              <a:ext uri="{FF2B5EF4-FFF2-40B4-BE49-F238E27FC236}">
                <a16:creationId xmlns:a16="http://schemas.microsoft.com/office/drawing/2014/main" id="{AE3EF6BF-35EA-7528-8356-FCCF9B74EE6F}"/>
              </a:ext>
            </a:extLst>
          </p:cNvPr>
          <p:cNvSpPr/>
          <p:nvPr/>
        </p:nvSpPr>
        <p:spPr>
          <a:xfrm>
            <a:off x="7129707" y="6090193"/>
            <a:ext cx="1161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ko-KR" sz="1400" b="1" err="1">
                <a:solidFill>
                  <a:srgbClr val="16171A"/>
                </a:solidFill>
                <a:latin typeface="LG Smart_H2.0 R"/>
                <a:ea typeface="LG Smart_H2.0 R"/>
              </a:rPr>
              <a:t>검증</a:t>
            </a:r>
            <a:endParaRPr lang="ko-KR" altLang="en-US"/>
          </a:p>
        </p:txBody>
      </p:sp>
      <p:sp>
        <p:nvSpPr>
          <p:cNvPr id="57" name="Text 28">
            <a:extLst>
              <a:ext uri="{FF2B5EF4-FFF2-40B4-BE49-F238E27FC236}">
                <a16:creationId xmlns:a16="http://schemas.microsoft.com/office/drawing/2014/main" id="{09C503C8-B6DE-41B4-DB77-44540A709266}"/>
              </a:ext>
            </a:extLst>
          </p:cNvPr>
          <p:cNvSpPr/>
          <p:nvPr/>
        </p:nvSpPr>
        <p:spPr>
          <a:xfrm>
            <a:off x="8481712" y="6004123"/>
            <a:ext cx="2729556" cy="40611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ko-KR" altLang="en-US" sz="1400">
                <a:solidFill>
                  <a:srgbClr val="4B5563"/>
                </a:solidFill>
                <a:latin typeface="LG스마트체2.0 Regular"/>
                <a:ea typeface="LG스마트체2.0 Regular"/>
              </a:rPr>
              <a:t>테스트, 완료</a:t>
            </a:r>
          </a:p>
        </p:txBody>
      </p:sp>
    </p:spTree>
    <p:extLst>
      <p:ext uri="{BB962C8B-B14F-4D97-AF65-F5344CB8AC3E}">
        <p14:creationId xmlns:p14="http://schemas.microsoft.com/office/powerpoint/2010/main" val="522393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DA1C13-F907-CE61-6B2C-A911832D8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5D910D3-FEA9-24F6-A179-670CB2A85AD8}"/>
              </a:ext>
            </a:extLst>
          </p:cNvPr>
          <p:cNvSpPr/>
          <p:nvPr/>
        </p:nvSpPr>
        <p:spPr>
          <a:xfrm>
            <a:off x="566928" y="756630"/>
            <a:ext cx="54864" cy="530352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1846325-0BF7-9599-753A-6A0731E8D6DF}"/>
              </a:ext>
            </a:extLst>
          </p:cNvPr>
          <p:cNvSpPr/>
          <p:nvPr/>
        </p:nvSpPr>
        <p:spPr>
          <a:xfrm>
            <a:off x="749808" y="747486"/>
            <a:ext cx="813816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02. </a:t>
            </a:r>
            <a:r>
              <a:rPr lang="ko-KR" altLang="en-US" sz="2500" b="1">
                <a:solidFill>
                  <a:srgbClr val="16171A"/>
                </a:solidFill>
                <a:latin typeface="LG Smart_H2.0 R"/>
                <a:ea typeface="LG Smart_H2.0 R"/>
                <a:cs typeface="Malgun Gothic" pitchFamily="34" charset="-120"/>
              </a:rPr>
              <a:t>서비스</a:t>
            </a:r>
            <a:r>
              <a:rPr lang="en-US" sz="2500" b="1">
                <a:solidFill>
                  <a:srgbClr val="16171A"/>
                </a:solidFill>
                <a:latin typeface="LG Smart_H2.0 R"/>
                <a:ea typeface="LG Smart_H2.0 R"/>
                <a:cs typeface="Malgun Gothic" pitchFamily="34" charset="-120"/>
              </a:rPr>
              <a:t> </a:t>
            </a:r>
            <a:r>
              <a:rPr lang="en-US" sz="2500" b="1" err="1">
                <a:solidFill>
                  <a:srgbClr val="16171A"/>
                </a:solidFill>
                <a:latin typeface="LG Smart_H2.0 R"/>
                <a:ea typeface="LG Smart_H2.0 R"/>
                <a:cs typeface="Malgun Gothic" pitchFamily="34" charset="-120"/>
              </a:rPr>
              <a:t>개발</a:t>
            </a:r>
            <a:r>
              <a:rPr lang="en-US" sz="2500" b="1">
                <a:solidFill>
                  <a:srgbClr val="16171A"/>
                </a:solidFill>
                <a:latin typeface="LG Smart_H2.0 R"/>
                <a:ea typeface="LG Smart_H2.0 R"/>
                <a:cs typeface="Malgun Gothic" pitchFamily="34" charset="-120"/>
              </a:rPr>
              <a:t> </a:t>
            </a:r>
            <a:r>
              <a:rPr lang="ko-KR" altLang="en-US" sz="2500" b="1">
                <a:solidFill>
                  <a:srgbClr val="16171A"/>
                </a:solidFill>
                <a:latin typeface="LG Smart_H2.0 R"/>
                <a:ea typeface="LG Smart_H2.0 R"/>
                <a:cs typeface="Malgun Gothic" pitchFamily="34" charset="-120"/>
              </a:rPr>
              <a:t>목표 및 핵심 기능</a:t>
            </a:r>
            <a:endParaRPr lang="ko-KR" altLang="en-US" sz="2500" b="1" err="1">
              <a:solidFill>
                <a:srgbClr val="16171A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E28434D2-A010-2093-708B-0603463142EA}"/>
              </a:ext>
            </a:extLst>
          </p:cNvPr>
          <p:cNvSpPr/>
          <p:nvPr/>
        </p:nvSpPr>
        <p:spPr>
          <a:xfrm>
            <a:off x="806470" y="1289287"/>
            <a:ext cx="6168708" cy="47213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WHAT – </a:t>
            </a: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ORACLE </a:t>
            </a:r>
            <a:r>
              <a:rPr lang="ko-KR" altLang="en-US" sz="1400" b="1" err="1">
                <a:solidFill>
                  <a:srgbClr val="B0003A"/>
                </a:solidFill>
                <a:latin typeface="LG스마트체2.0 Regular"/>
                <a:ea typeface="LG스마트체2.0 Regular"/>
              </a:rPr>
              <a:t>서비스</a:t>
            </a: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 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화면 구성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5CE99A-F4F1-7024-AE55-3A090E723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961" y="1879600"/>
            <a:ext cx="4499275" cy="46736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71B89E-7D77-89F7-FEF3-A85BAA8DFD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328" y="1618343"/>
            <a:ext cx="5583343" cy="49348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C5CF7C5-79F4-E309-7A73-5D5DE7D130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790" y="747485"/>
            <a:ext cx="3803163" cy="346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189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00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62595-21E7-8363-CA6B-024D8F98E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5884041-942D-F0C1-9E3D-5687F3F14786}"/>
              </a:ext>
            </a:extLst>
          </p:cNvPr>
          <p:cNvSpPr/>
          <p:nvPr/>
        </p:nvSpPr>
        <p:spPr>
          <a:xfrm>
            <a:off x="749808" y="566928"/>
            <a:ext cx="54864" cy="420624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5FAFD1E-3751-BDF6-A1C1-20C19953D5DB}"/>
              </a:ext>
            </a:extLst>
          </p:cNvPr>
          <p:cNvSpPr/>
          <p:nvPr/>
        </p:nvSpPr>
        <p:spPr>
          <a:xfrm>
            <a:off x="2630570" y="2954527"/>
            <a:ext cx="6932022" cy="939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4400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03. </a:t>
            </a:r>
            <a:r>
              <a:rPr lang="ko-KR" altLang="en-US" sz="4400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핵심</a:t>
            </a:r>
            <a:r>
              <a:rPr lang="en-US" sz="4400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 </a:t>
            </a:r>
            <a:r>
              <a:rPr lang="ko-KR" altLang="en-US" sz="4400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기술 및 구현 기술</a:t>
            </a:r>
            <a:endParaRPr lang="en-US" altLang="ko-KR" sz="4400" b="1">
              <a:solidFill>
                <a:srgbClr val="FFFFFF"/>
              </a:solidFill>
              <a:latin typeface="LG스마트체2.0 Regular"/>
              <a:ea typeface="LG스마트체2.0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065998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3E5D25-42B1-B5C3-CC69-494C9B901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292BC2F-4048-7654-B6B4-732B428D3934}"/>
              </a:ext>
            </a:extLst>
          </p:cNvPr>
          <p:cNvSpPr/>
          <p:nvPr/>
        </p:nvSpPr>
        <p:spPr>
          <a:xfrm>
            <a:off x="566928" y="756630"/>
            <a:ext cx="54864" cy="530352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390F99-58F4-EE8A-A5FC-FA42C28C4B0A}"/>
              </a:ext>
            </a:extLst>
          </p:cNvPr>
          <p:cNvSpPr/>
          <p:nvPr/>
        </p:nvSpPr>
        <p:spPr>
          <a:xfrm>
            <a:off x="764322" y="754743"/>
            <a:ext cx="4175761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03. </a:t>
            </a:r>
            <a:r>
              <a:rPr lang="ko-KR" alt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핵심 기술</a:t>
            </a:r>
            <a:r>
              <a:rPr lang="en-US" altLang="ko-KR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및 </a:t>
            </a:r>
            <a:r>
              <a:rPr lang="en-US" altLang="ko-KR" sz="2500" b="1" err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구현</a:t>
            </a:r>
            <a:r>
              <a:rPr lang="en-US" altLang="ko-KR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altLang="ko-KR" sz="2500" b="1" err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기술</a:t>
            </a:r>
            <a:endParaRPr lang="ko-KR" altLang="en-US" sz="2500" b="1" err="1">
              <a:solidFill>
                <a:srgbClr val="16171A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58CA616-0C7B-B598-BBDB-B2E3731CF182}"/>
              </a:ext>
            </a:extLst>
          </p:cNvPr>
          <p:cNvSpPr/>
          <p:nvPr/>
        </p:nvSpPr>
        <p:spPr>
          <a:xfrm>
            <a:off x="368663" y="1719072"/>
            <a:ext cx="4819469" cy="530352"/>
          </a:xfrm>
          <a:prstGeom prst="roundRect">
            <a:avLst>
              <a:gd name="adj" fmla="val 6897"/>
            </a:avLst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 sz="40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A7A2256-E2C9-011C-0AC6-5B394A0730C9}"/>
              </a:ext>
            </a:extLst>
          </p:cNvPr>
          <p:cNvSpPr/>
          <p:nvPr/>
        </p:nvSpPr>
        <p:spPr>
          <a:xfrm>
            <a:off x="589135" y="1879890"/>
            <a:ext cx="1179576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분류</a:t>
            </a:r>
            <a:endParaRPr lang="en-US" b="1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AC6340D-6CC2-C533-C338-AF6ECBDA86B4}"/>
              </a:ext>
            </a:extLst>
          </p:cNvPr>
          <p:cNvSpPr/>
          <p:nvPr/>
        </p:nvSpPr>
        <p:spPr>
          <a:xfrm>
            <a:off x="2086283" y="1879890"/>
            <a:ext cx="3785616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ko-KR" altLang="en-US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핵심 기능</a:t>
            </a:r>
            <a:endParaRPr lang="en-US" b="1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F388886-D838-C8BF-B449-BD47C92E1351}"/>
              </a:ext>
            </a:extLst>
          </p:cNvPr>
          <p:cNvSpPr/>
          <p:nvPr/>
        </p:nvSpPr>
        <p:spPr>
          <a:xfrm>
            <a:off x="368663" y="2249424"/>
            <a:ext cx="4819469" cy="877824"/>
          </a:xfrm>
          <a:prstGeom prst="rect">
            <a:avLst/>
          </a:prstGeom>
          <a:solidFill>
            <a:srgbClr val="FFFFFF"/>
          </a:solidFill>
          <a:ln w="6985">
            <a:solidFill>
              <a:srgbClr val="E7E8EC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92DBEEA-276D-5DB2-A5FA-0CDD20256AF3}"/>
              </a:ext>
            </a:extLst>
          </p:cNvPr>
          <p:cNvSpPr/>
          <p:nvPr/>
        </p:nvSpPr>
        <p:spPr>
          <a:xfrm>
            <a:off x="598279" y="2578608"/>
            <a:ext cx="1161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ko-KR" altLang="en-US" sz="1400" b="1">
                <a:solidFill>
                  <a:srgbClr val="16171A"/>
                </a:solidFill>
                <a:latin typeface="LG스마트체2.0 Regular"/>
                <a:ea typeface="LG스마트체2.0 Regular"/>
              </a:rPr>
              <a:t>서비스 목표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51E11E3-7060-1721-0B84-AFB62A6052D2}"/>
              </a:ext>
            </a:extLst>
          </p:cNvPr>
          <p:cNvSpPr/>
          <p:nvPr/>
        </p:nvSpPr>
        <p:spPr>
          <a:xfrm>
            <a:off x="2066399" y="2492538"/>
            <a:ext cx="2315899" cy="44239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r>
              <a:rPr lang="en-US" altLang="ko-KR" sz="1400" err="1">
                <a:solidFill>
                  <a:srgbClr val="4B5563"/>
                </a:solidFill>
                <a:latin typeface="LG Smart_H2.0 R"/>
                <a:ea typeface="LG Smart_H2.0 R"/>
              </a:rPr>
              <a:t>제품</a:t>
            </a:r>
            <a:r>
              <a:rPr lang="en-US" altLang="ko-KR" sz="1400">
                <a:solidFill>
                  <a:srgbClr val="4B5563"/>
                </a:solidFill>
                <a:latin typeface="LG Smart_H2.0 R"/>
                <a:ea typeface="LG Smart_H2.0 R"/>
              </a:rPr>
              <a:t>, </a:t>
            </a:r>
            <a:r>
              <a:rPr lang="en-US" altLang="ko-KR" sz="1400" err="1">
                <a:solidFill>
                  <a:srgbClr val="4B5563"/>
                </a:solidFill>
                <a:latin typeface="LG Smart_H2.0 R"/>
                <a:ea typeface="LG Smart_H2.0 R"/>
              </a:rPr>
              <a:t>입력</a:t>
            </a:r>
            <a:r>
              <a:rPr lang="en-US" altLang="ko-KR" sz="1400">
                <a:solidFill>
                  <a:srgbClr val="4B5563"/>
                </a:solidFill>
                <a:latin typeface="LG Smart_H2.0 R"/>
                <a:ea typeface="LG Smart_H2.0 R"/>
              </a:rPr>
              <a:t>, </a:t>
            </a:r>
            <a:r>
              <a:rPr lang="en-US" altLang="ko-KR" sz="1400" err="1">
                <a:solidFill>
                  <a:srgbClr val="4B5563"/>
                </a:solidFill>
                <a:latin typeface="LG Smart_H2.0 R"/>
                <a:ea typeface="LG Smart_H2.0 R"/>
              </a:rPr>
              <a:t>분석</a:t>
            </a:r>
            <a:r>
              <a:rPr lang="en-US" altLang="ko-KR" sz="1400">
                <a:solidFill>
                  <a:srgbClr val="4B5563"/>
                </a:solidFill>
                <a:latin typeface="LG Smart_H2.0 R"/>
                <a:ea typeface="LG Smart_H2.0 R"/>
              </a:rPr>
              <a:t> </a:t>
            </a:r>
            <a:r>
              <a:rPr lang="en-US" altLang="ko-KR" sz="1400" err="1">
                <a:solidFill>
                  <a:srgbClr val="4B5563"/>
                </a:solidFill>
                <a:latin typeface="LG Smart_H2.0 R"/>
                <a:ea typeface="LG Smart_H2.0 R"/>
              </a:rPr>
              <a:t>레포트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7C3561F-A37C-1E6B-E007-D4E7CCEA2B38}"/>
              </a:ext>
            </a:extLst>
          </p:cNvPr>
          <p:cNvSpPr/>
          <p:nvPr/>
        </p:nvSpPr>
        <p:spPr>
          <a:xfrm>
            <a:off x="368663" y="3127248"/>
            <a:ext cx="4819469" cy="877824"/>
          </a:xfrm>
          <a:prstGeom prst="rect">
            <a:avLst/>
          </a:prstGeom>
          <a:solidFill>
            <a:srgbClr val="FFFFFF"/>
          </a:solidFill>
          <a:ln w="6985">
            <a:solidFill>
              <a:srgbClr val="E7E8EC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D8945D4-1F85-8D20-7B6C-2A993AEE4344}"/>
              </a:ext>
            </a:extLst>
          </p:cNvPr>
          <p:cNvSpPr/>
          <p:nvPr/>
        </p:nvSpPr>
        <p:spPr>
          <a:xfrm>
            <a:off x="598279" y="3456432"/>
            <a:ext cx="1161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ko-KR" altLang="en-US" sz="1400" b="1">
                <a:solidFill>
                  <a:srgbClr val="16171A"/>
                </a:solidFill>
                <a:latin typeface="LG스마트체2.0 Regular"/>
                <a:ea typeface="LG스마트체2.0 Regular"/>
              </a:rPr>
              <a:t>분석 파이프라인</a:t>
            </a:r>
            <a:endParaRPr lang="en-US" sz="1400" b="1">
              <a:solidFill>
                <a:srgbClr val="16171A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AA9B584-AED5-E2A3-1B79-1B968F016E4D}"/>
              </a:ext>
            </a:extLst>
          </p:cNvPr>
          <p:cNvSpPr/>
          <p:nvPr/>
        </p:nvSpPr>
        <p:spPr>
          <a:xfrm>
            <a:off x="2051885" y="3370362"/>
            <a:ext cx="2976298" cy="44239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r>
              <a:rPr lang="ko-KR" altLang="en-US" sz="1400">
                <a:solidFill>
                  <a:srgbClr val="4B5563"/>
                </a:solidFill>
                <a:latin typeface="LG Smart_H2.0 R"/>
                <a:ea typeface="LG Smart_H2.0 R"/>
              </a:rPr>
              <a:t>얼굴 캡처, 관상 분석, 사주/만세력, LLM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F88C22D-909E-2259-AF45-9727FC8D9B84}"/>
              </a:ext>
            </a:extLst>
          </p:cNvPr>
          <p:cNvSpPr/>
          <p:nvPr/>
        </p:nvSpPr>
        <p:spPr>
          <a:xfrm>
            <a:off x="368663" y="4005072"/>
            <a:ext cx="4819469" cy="877824"/>
          </a:xfrm>
          <a:prstGeom prst="rect">
            <a:avLst/>
          </a:prstGeom>
          <a:solidFill>
            <a:srgbClr val="FFFFFF"/>
          </a:solidFill>
          <a:ln w="6985">
            <a:solidFill>
              <a:srgbClr val="E7E8EC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E0FE9CF-3D1C-52AD-17D3-1A01C3EC8B0A}"/>
              </a:ext>
            </a:extLst>
          </p:cNvPr>
          <p:cNvSpPr/>
          <p:nvPr/>
        </p:nvSpPr>
        <p:spPr>
          <a:xfrm>
            <a:off x="591022" y="4334256"/>
            <a:ext cx="1444316" cy="28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ko-KR" altLang="en-US" sz="1400" b="1">
                <a:solidFill>
                  <a:srgbClr val="16171A"/>
                </a:solidFill>
                <a:latin typeface="LG스마트체2.0 Regular"/>
                <a:ea typeface="LG스마트체2.0 Regular"/>
              </a:rPr>
              <a:t>운영 구조</a:t>
            </a:r>
            <a:endParaRPr lang="en-US" sz="1400" b="1">
              <a:solidFill>
                <a:srgbClr val="16171A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D80E091-8DFB-3248-CF14-2C2C469307B9}"/>
              </a:ext>
            </a:extLst>
          </p:cNvPr>
          <p:cNvSpPr/>
          <p:nvPr/>
        </p:nvSpPr>
        <p:spPr>
          <a:xfrm>
            <a:off x="2073656" y="4226415"/>
            <a:ext cx="2867442" cy="39885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r>
              <a:rPr lang="ko-KR" altLang="en-US" sz="14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실행 및 설정, 분산 시스템, 비기능</a:t>
            </a:r>
            <a:endParaRPr lang="en-US" altLang="ko-KR" sz="1400">
              <a:solidFill>
                <a:srgbClr val="4B5563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318BCEBC-583E-5673-3615-063E52FAF8A1}"/>
              </a:ext>
            </a:extLst>
          </p:cNvPr>
          <p:cNvSpPr/>
          <p:nvPr/>
        </p:nvSpPr>
        <p:spPr>
          <a:xfrm>
            <a:off x="368663" y="4882896"/>
            <a:ext cx="4819469" cy="877824"/>
          </a:xfrm>
          <a:prstGeom prst="rect">
            <a:avLst/>
          </a:prstGeom>
          <a:solidFill>
            <a:srgbClr val="FFFFFF"/>
          </a:solidFill>
          <a:ln w="6985">
            <a:solidFill>
              <a:srgbClr val="E7E8EC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5D24FB6-9B1F-2015-F34B-929760F7F6ED}"/>
              </a:ext>
            </a:extLst>
          </p:cNvPr>
          <p:cNvSpPr/>
          <p:nvPr/>
        </p:nvSpPr>
        <p:spPr>
          <a:xfrm>
            <a:off x="598279" y="5212080"/>
            <a:ext cx="1161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ko-KR" sz="1400" b="1" err="1">
                <a:solidFill>
                  <a:srgbClr val="16171A"/>
                </a:solidFill>
                <a:latin typeface="LG Smart_H2.0 R"/>
                <a:ea typeface="LG Smart_H2.0 R"/>
              </a:rPr>
              <a:t>개인정보</a:t>
            </a: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874D9B44-CBB9-240D-A125-47EC1535E507}"/>
              </a:ext>
            </a:extLst>
          </p:cNvPr>
          <p:cNvSpPr/>
          <p:nvPr/>
        </p:nvSpPr>
        <p:spPr>
          <a:xfrm>
            <a:off x="2080913" y="5126010"/>
            <a:ext cx="2758585" cy="44239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ko-KR" altLang="en-US" sz="1400">
                <a:solidFill>
                  <a:srgbClr val="4B5563"/>
                </a:solidFill>
                <a:latin typeface="LG스마트체2.0 Regular"/>
                <a:ea typeface="LG스마트체2.0 Regular"/>
              </a:rPr>
              <a:t>데이터, 보안 및 개인정보</a:t>
            </a: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254A762C-DDC0-5658-39D4-CD9A2F2367C6}"/>
              </a:ext>
            </a:extLst>
          </p:cNvPr>
          <p:cNvSpPr/>
          <p:nvPr/>
        </p:nvSpPr>
        <p:spPr>
          <a:xfrm>
            <a:off x="770185" y="1289287"/>
            <a:ext cx="4180251" cy="47213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DESIGN - 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요구사항</a:t>
            </a: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 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설계</a:t>
            </a:r>
          </a:p>
        </p:txBody>
      </p:sp>
      <p:sp>
        <p:nvSpPr>
          <p:cNvPr id="4" name="Shape 26">
            <a:extLst>
              <a:ext uri="{FF2B5EF4-FFF2-40B4-BE49-F238E27FC236}">
                <a16:creationId xmlns:a16="http://schemas.microsoft.com/office/drawing/2014/main" id="{E1F0E4E8-5294-2CD4-127A-1276E0F73D6F}"/>
              </a:ext>
            </a:extLst>
          </p:cNvPr>
          <p:cNvSpPr/>
          <p:nvPr/>
        </p:nvSpPr>
        <p:spPr>
          <a:xfrm>
            <a:off x="368662" y="5761009"/>
            <a:ext cx="4819469" cy="877824"/>
          </a:xfrm>
          <a:prstGeom prst="rect">
            <a:avLst/>
          </a:prstGeom>
          <a:solidFill>
            <a:srgbClr val="FFFFFF"/>
          </a:solidFill>
          <a:ln w="6985">
            <a:solidFill>
              <a:srgbClr val="E7E8EC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9CB2C41F-188B-98C0-9916-5585050CA906}"/>
              </a:ext>
            </a:extLst>
          </p:cNvPr>
          <p:cNvSpPr/>
          <p:nvPr/>
        </p:nvSpPr>
        <p:spPr>
          <a:xfrm>
            <a:off x="598278" y="6090193"/>
            <a:ext cx="1161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ko-KR" sz="1400" b="1" err="1">
                <a:solidFill>
                  <a:srgbClr val="16171A"/>
                </a:solidFill>
                <a:latin typeface="LG Smart_H2.0 R"/>
                <a:ea typeface="LG Smart_H2.0 R"/>
              </a:rPr>
              <a:t>검증</a:t>
            </a:r>
          </a:p>
        </p:txBody>
      </p:sp>
      <p:sp>
        <p:nvSpPr>
          <p:cNvPr id="14" name="Text 28">
            <a:extLst>
              <a:ext uri="{FF2B5EF4-FFF2-40B4-BE49-F238E27FC236}">
                <a16:creationId xmlns:a16="http://schemas.microsoft.com/office/drawing/2014/main" id="{485E146B-D369-2A84-7244-8C3C70AA19C6}"/>
              </a:ext>
            </a:extLst>
          </p:cNvPr>
          <p:cNvSpPr/>
          <p:nvPr/>
        </p:nvSpPr>
        <p:spPr>
          <a:xfrm>
            <a:off x="2080912" y="6004123"/>
            <a:ext cx="2729556" cy="40611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ko-KR" altLang="en-US" sz="1400">
                <a:solidFill>
                  <a:srgbClr val="4B5563"/>
                </a:solidFill>
                <a:latin typeface="LG스마트체2.0 Regular"/>
                <a:ea typeface="LG스마트체2.0 Regular"/>
              </a:rPr>
              <a:t>테스트, 완료</a:t>
            </a:r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63B626FA-559C-001A-EEA8-370521099B8A}"/>
              </a:ext>
            </a:extLst>
          </p:cNvPr>
          <p:cNvSpPr/>
          <p:nvPr/>
        </p:nvSpPr>
        <p:spPr>
          <a:xfrm>
            <a:off x="5434147" y="1719070"/>
            <a:ext cx="6510382" cy="450524"/>
          </a:xfrm>
          <a:prstGeom prst="roundRect">
            <a:avLst>
              <a:gd name="adj" fmla="val 6897"/>
            </a:avLst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 sz="40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4" name="Text 5">
            <a:extLst>
              <a:ext uri="{FF2B5EF4-FFF2-40B4-BE49-F238E27FC236}">
                <a16:creationId xmlns:a16="http://schemas.microsoft.com/office/drawing/2014/main" id="{670B129D-13C6-09CA-D846-73E2ADEA85FC}"/>
              </a:ext>
            </a:extLst>
          </p:cNvPr>
          <p:cNvSpPr/>
          <p:nvPr/>
        </p:nvSpPr>
        <p:spPr>
          <a:xfrm>
            <a:off x="5748962" y="1850858"/>
            <a:ext cx="439348" cy="214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ID</a:t>
            </a:r>
            <a:endParaRPr lang="en-US" b="1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AF317C4C-72B1-EB47-BE0E-51A572ED624E}"/>
              </a:ext>
            </a:extLst>
          </p:cNvPr>
          <p:cNvSpPr/>
          <p:nvPr/>
        </p:nvSpPr>
        <p:spPr>
          <a:xfrm>
            <a:off x="6404281" y="1850861"/>
            <a:ext cx="1006130" cy="23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요구사항</a:t>
            </a:r>
            <a:endParaRPr lang="en-US" b="1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/>
            </a:endParaRPr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183E0AC1-AA31-626E-C7E2-D51DD9DFF992}"/>
              </a:ext>
            </a:extLst>
          </p:cNvPr>
          <p:cNvSpPr/>
          <p:nvPr/>
        </p:nvSpPr>
        <p:spPr>
          <a:xfrm>
            <a:off x="9590167" y="1850859"/>
            <a:ext cx="1006130" cy="23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ko-KR" altLang="en-US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인수기준</a:t>
            </a:r>
          </a:p>
        </p:txBody>
      </p:sp>
      <p:graphicFrame>
        <p:nvGraphicFramePr>
          <p:cNvPr id="78" name="표 77">
            <a:extLst>
              <a:ext uri="{FF2B5EF4-FFF2-40B4-BE49-F238E27FC236}">
                <a16:creationId xmlns:a16="http://schemas.microsoft.com/office/drawing/2014/main" id="{9B5D647D-4AD6-A508-8503-6F4F3D553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435905"/>
              </p:ext>
            </p:extLst>
          </p:nvPr>
        </p:nvGraphicFramePr>
        <p:xfrm>
          <a:off x="5435600" y="2329543"/>
          <a:ext cx="6523581" cy="39877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9583">
                  <a:extLst>
                    <a:ext uri="{9D8B030D-6E8A-4147-A177-3AD203B41FA5}">
                      <a16:colId xmlns:a16="http://schemas.microsoft.com/office/drawing/2014/main" val="1133278672"/>
                    </a:ext>
                  </a:extLst>
                </a:gridCol>
                <a:gridCol w="3227915">
                  <a:extLst>
                    <a:ext uri="{9D8B030D-6E8A-4147-A177-3AD203B41FA5}">
                      <a16:colId xmlns:a16="http://schemas.microsoft.com/office/drawing/2014/main" val="3486703147"/>
                    </a:ext>
                  </a:extLst>
                </a:gridCol>
                <a:gridCol w="2396083">
                  <a:extLst>
                    <a:ext uri="{9D8B030D-6E8A-4147-A177-3AD203B41FA5}">
                      <a16:colId xmlns:a16="http://schemas.microsoft.com/office/drawing/2014/main" val="22488422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100" b="1">
                          <a:latin typeface="LG Smart_H2.0 R"/>
                          <a:ea typeface="LG Smart_H2.0 R"/>
                        </a:rPr>
                        <a:t>LLM-004</a:t>
                      </a:r>
                      <a:endParaRPr lang="ko-KR" sz="1100" b="1">
                        <a:latin typeface="LG Smart_H2.0 R"/>
                        <a:ea typeface="LG Smart_H2.0 R"/>
                      </a:endParaRP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Reasoning </a:t>
                      </a:r>
                      <a:r>
                        <a:rPr lang="ko-KR" altLang="en-US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모드는</a:t>
                      </a:r>
                      <a:r>
                        <a:rPr lang="en-US" alt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 </a:t>
                      </a:r>
                      <a:r>
                        <a:rPr lang="ko-KR" altLang="en-US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명시적으로</a:t>
                      </a:r>
                      <a:r>
                        <a:rPr lang="en-US" alt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 </a:t>
                      </a:r>
                      <a:r>
                        <a:rPr lang="ko-KR" altLang="en-US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켤</a:t>
                      </a:r>
                      <a:r>
                        <a:rPr lang="en-US" alt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 </a:t>
                      </a:r>
                      <a:r>
                        <a:rPr lang="ko-KR" altLang="en-US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때만</a:t>
                      </a:r>
                      <a:r>
                        <a:rPr lang="en-US" alt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 </a:t>
                      </a:r>
                      <a:r>
                        <a:rPr lang="ko-KR" altLang="en-US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사용한다</a:t>
                      </a:r>
                      <a:r>
                        <a:rPr lang="en-US" alt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.</a:t>
                      </a:r>
                      <a:endParaRPr lang="ko-KR" sz="1100" b="0" i="0" u="none" strike="noStrike" noProof="0">
                        <a:solidFill>
                          <a:schemeClr val="bg1">
                            <a:lumMod val="49000"/>
                          </a:schemeClr>
                        </a:solidFill>
                        <a:latin typeface="LG Smart_H2.0 R"/>
                        <a:ea typeface="LG Smart_H2.0 R"/>
                      </a:endParaRP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--reasoning</a:t>
                      </a:r>
                      <a:r>
                        <a:rPr lang="ko-KR" altLang="en-US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이</a:t>
                      </a:r>
                      <a:r>
                        <a:rPr lang="en-US" alt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 </a:t>
                      </a:r>
                      <a:r>
                        <a:rPr lang="ko-KR" altLang="en-US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필요하다</a:t>
                      </a:r>
                      <a:r>
                        <a:rPr lang="en-US" alt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.</a:t>
                      </a:r>
                      <a:endParaRPr lang="ko-KR" sz="1100">
                        <a:solidFill>
                          <a:schemeClr val="bg1">
                            <a:lumMod val="49000"/>
                          </a:schemeClr>
                        </a:solidFill>
                        <a:latin typeface="LG Smart_H2.0 R"/>
                        <a:ea typeface="LG Smart_H2.0 R"/>
                      </a:endParaRP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5198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i="0" u="none" strike="noStrike" noProof="0">
                          <a:solidFill>
                            <a:srgbClr val="16171A"/>
                          </a:solidFill>
                          <a:latin typeface="LG Smart_H2.0 R"/>
                          <a:ea typeface="LG Smart_H2.0 R"/>
                        </a:rPr>
                        <a:t>LLM-005</a:t>
                      </a:r>
                      <a:endParaRPr lang="ko-KR" sz="1100" b="1" i="0" u="none" strike="noStrike" noProof="0">
                        <a:solidFill>
                          <a:srgbClr val="000000"/>
                        </a:solidFill>
                        <a:latin typeface="LG Smart_H2.0 R"/>
                        <a:ea typeface="LG Smart_H2.0 R"/>
                      </a:endParaRP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Prompt cache</a:t>
                      </a:r>
                      <a:r>
                        <a:rPr lang="ko-KR" altLang="en-US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는</a:t>
                      </a:r>
                      <a:r>
                        <a:rPr lang="en-US" alt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 </a:t>
                      </a:r>
                      <a:r>
                        <a:rPr lang="ko-KR" altLang="en-US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환경변수로</a:t>
                      </a:r>
                      <a:r>
                        <a:rPr lang="en-US" alt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 </a:t>
                      </a:r>
                      <a:r>
                        <a:rPr lang="ko-KR" altLang="en-US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제어한다</a:t>
                      </a:r>
                      <a:r>
                        <a:rPr lang="en-US" alt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.</a:t>
                      </a:r>
                      <a:endParaRPr lang="ko-KR" sz="1100">
                        <a:solidFill>
                          <a:schemeClr val="bg1">
                            <a:lumMod val="49000"/>
                          </a:schemeClr>
                        </a:solidFill>
                        <a:latin typeface="LG Smart_H2.0 R"/>
                        <a:ea typeface="LG Smart_H2.0 R"/>
                      </a:endParaRP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b="0" i="0" u="none" strike="noStrike" noProof="0" err="1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Id_slot</a:t>
                      </a:r>
                      <a:r>
                        <a:rPr lang="ko-KR" altLang="en-US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이</a:t>
                      </a:r>
                      <a:r>
                        <a:rPr lang="en-US" alt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 prompt template </a:t>
                      </a:r>
                      <a:r>
                        <a:rPr lang="en-US" sz="1100" b="0" i="0" u="none" strike="noStrike" noProof="0" err="1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적용</a:t>
                      </a:r>
                      <a:endParaRPr lang="ko-KR" altLang="en-US" sz="1100" b="0" i="0" u="none" strike="noStrike" noProof="0">
                        <a:solidFill>
                          <a:schemeClr val="bg1">
                            <a:lumMod val="49000"/>
                          </a:schemeClr>
                        </a:solidFill>
                        <a:latin typeface="LG Smart_H2.0 R"/>
                        <a:ea typeface="LG Smart_H2.0 R"/>
                      </a:endParaRP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760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>
                          <a:latin typeface="LG Smart_H2.0 R"/>
                          <a:ea typeface="LG Smart_H2.0 R"/>
                        </a:rPr>
                        <a:t>DIST-002</a:t>
                      </a: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사주 해설을 카테고리 단위 작업으로 나눌 수 있다</a:t>
                      </a:r>
                      <a:r>
                        <a:rPr 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.</a:t>
                      </a:r>
                      <a:endParaRPr lang="en-US" altLang="ko-KR" sz="1100" b="0" i="0" u="none" strike="noStrike" noProof="0">
                        <a:solidFill>
                          <a:schemeClr val="bg1">
                            <a:lumMod val="49000"/>
                          </a:schemeClr>
                        </a:solidFill>
                        <a:latin typeface="LG Smart_H2.0 R"/>
                        <a:ea typeface="LG Smart_H2.0 R"/>
                      </a:endParaRP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metadata</a:t>
                      </a:r>
                      <a:r>
                        <a:rPr lang="ko-KR" altLang="en-US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 작업과 </a:t>
                      </a:r>
                      <a:r>
                        <a:rPr lang="en-US" alt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block</a:t>
                      </a:r>
                      <a:r>
                        <a:rPr lang="ko-KR" altLang="en-US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 작업을 별도 생성한다</a:t>
                      </a:r>
                      <a:r>
                        <a:rPr 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.</a:t>
                      </a:r>
                      <a:endParaRPr lang="ko-KR" sz="1100">
                        <a:solidFill>
                          <a:schemeClr val="bg1">
                            <a:lumMod val="49000"/>
                          </a:schemeClr>
                        </a:solidFill>
                        <a:latin typeface="LG Smart_H2.0 R"/>
                        <a:ea typeface="LG Smart_H2.0 R"/>
                      </a:endParaRP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2604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100" b="1">
                          <a:latin typeface="LG Smart_H2.0 R"/>
                          <a:ea typeface="LG Smart_H2.0 R"/>
                        </a:rPr>
                        <a:t>DIST-003</a:t>
                      </a: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slave 상태를 조회해 idle/score 기반으로 작업을 배정한다.</a:t>
                      </a:r>
                      <a:endParaRPr lang="ko-KR" sz="1100">
                        <a:solidFill>
                          <a:schemeClr val="bg1">
                            <a:lumMod val="49000"/>
                          </a:schemeClr>
                        </a:solidFill>
                        <a:latin typeface="LG Smart_H2.0 R"/>
                        <a:ea typeface="LG Smart_H2.0 R"/>
                      </a:endParaRP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/</a:t>
                      </a:r>
                      <a:r>
                        <a:rPr 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api/distributed/status가 status</a:t>
                      </a:r>
                      <a:r>
                        <a:rPr lang="en-US" alt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,</a:t>
                      </a:r>
                      <a:r>
                        <a:rPr 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 tps</a:t>
                      </a:r>
                      <a:r>
                        <a:rPr lang="en-US" alt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,</a:t>
                      </a:r>
                      <a:r>
                        <a:rPr 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 compute</a:t>
                      </a:r>
                      <a:r>
                        <a:rPr lang="en-US" alt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_</a:t>
                      </a:r>
                      <a:r>
                        <a:rPr 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score를 반환한다.</a:t>
                      </a:r>
                      <a:endParaRPr lang="ko-KR" sz="1100">
                        <a:solidFill>
                          <a:schemeClr val="bg1">
                            <a:lumMod val="49000"/>
                          </a:schemeClr>
                        </a:solidFill>
                        <a:latin typeface="LG Smart_H2.0 R"/>
                        <a:ea typeface="LG Smart_H2.0 R"/>
                      </a:endParaRP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7375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100" b="1" i="0" u="none" strike="noStrike" noProof="0">
                          <a:latin typeface="LG Smart_H2.0 R"/>
                          <a:ea typeface="LG Smart_H2.0 R"/>
                        </a:rPr>
                        <a:t>REP-001</a:t>
                      </a:r>
                      <a:endParaRPr lang="ko-KR" sz="1100" b="1">
                        <a:latin typeface="LG Smart_H2.0 R"/>
                        <a:ea typeface="LG Smart_H2.0 R"/>
                      </a:endParaRP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개인 리포트는 핵심 요약, 관상, 사주, 통합 요약을 포함한다.</a:t>
                      </a:r>
                      <a:endParaRPr lang="ko-KR" sz="1100">
                        <a:solidFill>
                          <a:schemeClr val="bg1">
                            <a:lumMod val="49000"/>
                          </a:schemeClr>
                        </a:solidFill>
                        <a:latin typeface="LG Smart_H2.0 R"/>
                        <a:ea typeface="LG Smart_H2.0 R"/>
                      </a:endParaRP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essence</a:t>
                      </a:r>
                      <a:r>
                        <a:rPr lang="en-US" alt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,</a:t>
                      </a:r>
                      <a:r>
                        <a:rPr 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 </a:t>
                      </a:r>
                      <a:r>
                        <a:rPr lang="en-US" altLang="ko-KR" sz="1100" b="0" i="0" u="none" strike="noStrike" noProof="0" err="1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face_blocks</a:t>
                      </a:r>
                      <a:r>
                        <a:rPr lang="en-US" alt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,</a:t>
                      </a:r>
                      <a:r>
                        <a:rPr 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 saju</a:t>
                      </a:r>
                      <a:r>
                        <a:rPr lang="en-US" alt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_</a:t>
                      </a:r>
                      <a:r>
                        <a:rPr 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blocks</a:t>
                      </a:r>
                      <a:r>
                        <a:rPr lang="en-US" alt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,</a:t>
                      </a:r>
                      <a:r>
                        <a:rPr 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 synthesis 영역이 렌더링된다.</a:t>
                      </a:r>
                      <a:endParaRPr lang="ko-KR" sz="1100">
                        <a:solidFill>
                          <a:schemeClr val="bg1">
                            <a:lumMod val="49000"/>
                          </a:schemeClr>
                        </a:solidFill>
                        <a:latin typeface="LG Smart_H2.0 R"/>
                        <a:ea typeface="LG Smart_H2.0 R"/>
                      </a:endParaRP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3137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100" b="1" i="0" u="none" strike="noStrike" noProof="0">
                          <a:latin typeface="LG Smart_H2.0 R"/>
                          <a:ea typeface="LG Smart_H2.0 R"/>
                        </a:rPr>
                        <a:t>DATA-003</a:t>
                      </a:r>
                      <a:endParaRPr lang="ko-KR" sz="1100" b="1">
                        <a:latin typeface="LG Smart_H2.0 R"/>
                        <a:ea typeface="LG Smart_H2.0 R"/>
                      </a:endParaRP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data/physiognomy</a:t>
                      </a:r>
                      <a:r>
                        <a:rPr lang="en-US" alt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_</a:t>
                      </a:r>
                      <a:r>
                        <a:rPr 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rules.sqlite는 랜드마크 룰 DB다.</a:t>
                      </a:r>
                      <a:endParaRPr lang="ko-KR" sz="1100">
                        <a:solidFill>
                          <a:schemeClr val="bg1">
                            <a:lumMod val="49000"/>
                          </a:schemeClr>
                        </a:solidFill>
                        <a:latin typeface="LG Smart_H2.0 R"/>
                        <a:ea typeface="LG Smart_H2.0 R"/>
                      </a:endParaRP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관상 룰 매칭에만 사용하고 개인정보를 담지 않는다.</a:t>
                      </a:r>
                      <a:endParaRPr lang="ko-KR" sz="1100">
                        <a:solidFill>
                          <a:schemeClr val="bg1">
                            <a:lumMod val="49000"/>
                          </a:schemeClr>
                        </a:solidFill>
                        <a:latin typeface="LG Smart_H2.0 R"/>
                        <a:ea typeface="LG Smart_H2.0 R"/>
                      </a:endParaRP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0489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100" b="1" i="0" u="none" strike="noStrike" noProof="0">
                          <a:latin typeface="LG Smart_H2.0 R"/>
                          <a:ea typeface="LG Smart_H2.0 R"/>
                        </a:rPr>
                        <a:t>SEC-002</a:t>
                      </a:r>
                      <a:endParaRPr lang="ko-KR" sz="1100" b="1">
                        <a:latin typeface="LG Smart_H2.0 R"/>
                        <a:ea typeface="LG Smart_H2.0 R"/>
                      </a:endParaRP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로컬 처리 원칙을 사용자에게 알린다.</a:t>
                      </a:r>
                      <a:endParaRPr lang="ko-KR" sz="1100">
                        <a:solidFill>
                          <a:schemeClr val="bg1">
                            <a:lumMod val="49000"/>
                          </a:schemeClr>
                        </a:solidFill>
                        <a:latin typeface="LG Smart_H2.0 R"/>
                        <a:ea typeface="LG Smart_H2.0 R"/>
                      </a:endParaRP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UI와 문서에서 온디바이스 처리 흐름을 설명한다.</a:t>
                      </a:r>
                      <a:endParaRPr lang="ko-KR" sz="1100">
                        <a:solidFill>
                          <a:schemeClr val="bg1">
                            <a:lumMod val="49000"/>
                          </a:schemeClr>
                        </a:solidFill>
                        <a:latin typeface="LG Smart_H2.0 R"/>
                        <a:ea typeface="LG Smart_H2.0 R"/>
                      </a:endParaRP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6891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100" b="1" i="0" u="none" strike="noStrike" noProof="0">
                          <a:latin typeface="LG Smart_H2.0 R"/>
                          <a:ea typeface="LG Smart_H2.0 R"/>
                        </a:rPr>
                        <a:t>NFR-002</a:t>
                      </a:r>
                      <a:endParaRPr lang="ko-KR" sz="1100" b="1">
                        <a:latin typeface="LG Smart_H2.0 R"/>
                        <a:ea typeface="LG Smart_H2.0 R"/>
                      </a:endParaRP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카메라 미리보기 시작</a:t>
                      </a:r>
                      <a:endParaRPr lang="ko-KR" sz="1100">
                        <a:solidFill>
                          <a:schemeClr val="bg1">
                            <a:lumMod val="49000"/>
                          </a:schemeClr>
                        </a:solidFill>
                        <a:latin typeface="LG Smart_H2.0 R"/>
                        <a:ea typeface="LG Smart_H2.0 R"/>
                      </a:endParaRP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5초 이내</a:t>
                      </a:r>
                      <a:endParaRPr lang="ko-KR" sz="1100">
                        <a:solidFill>
                          <a:schemeClr val="bg1">
                            <a:lumMod val="49000"/>
                          </a:schemeClr>
                        </a:solidFill>
                        <a:latin typeface="LG Smart_H2.0 R"/>
                        <a:ea typeface="LG Smart_H2.0 R"/>
                      </a:endParaRP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792877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100" b="1" i="0" u="none" strike="noStrike" noProof="0">
                          <a:latin typeface="LG Smart_H2.0 R"/>
                          <a:ea typeface="LG Smart_H2.0 R"/>
                        </a:rPr>
                        <a:t>NFR-003</a:t>
                      </a:r>
                      <a:endParaRPr lang="ko-KR" sz="1100" b="1">
                        <a:latin typeface="LG Smart_H2.0 R"/>
                        <a:ea typeface="LG Smart_H2.0 R"/>
                      </a:endParaRPr>
                    </a:p>
                  </a:txBody>
                  <a:tcPr anchor="ctr">
                    <a:lnL w="9524">
                      <a:solidFill>
                        <a:schemeClr val="tx1"/>
                      </a:solidFill>
                    </a:lnL>
                    <a:lnR w="9524">
                      <a:solidFill>
                        <a:schemeClr val="tx1"/>
                      </a:solidFill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얼굴 조건 충족 후 캡처</a:t>
                      </a:r>
                      <a:endParaRPr lang="ko-KR" sz="1100">
                        <a:solidFill>
                          <a:schemeClr val="bg1">
                            <a:lumMod val="49000"/>
                          </a:schemeClr>
                        </a:solidFill>
                        <a:latin typeface="LG Smart_H2.0 R"/>
                        <a:ea typeface="LG Smart_H2.0 R"/>
                      </a:endParaRPr>
                    </a:p>
                  </a:txBody>
                  <a:tcPr anchor="ctr">
                    <a:lnL w="9524">
                      <a:solidFill>
                        <a:schemeClr val="tx1"/>
                      </a:solidFill>
                    </a:lnL>
                    <a:lnR w="9524">
                      <a:solidFill>
                        <a:schemeClr val="tx1"/>
                      </a:solidFill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기본 2초 안정 후</a:t>
                      </a:r>
                      <a:endParaRPr lang="ko-KR" sz="1100">
                        <a:solidFill>
                          <a:schemeClr val="bg1">
                            <a:lumMod val="49000"/>
                          </a:schemeClr>
                        </a:solidFill>
                        <a:latin typeface="LG Smart_H2.0 R"/>
                        <a:ea typeface="LG Smart_H2.0 R"/>
                      </a:endParaRPr>
                    </a:p>
                  </a:txBody>
                  <a:tcPr anchor="ctr">
                    <a:lnL w="9524">
                      <a:solidFill>
                        <a:schemeClr val="tx1"/>
                      </a:solidFill>
                    </a:lnL>
                    <a:lnR w="9524">
                      <a:solidFill>
                        <a:schemeClr val="tx1"/>
                      </a:solidFill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7400209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100" b="1" i="0" u="none" strike="noStrike" noProof="0">
                          <a:latin typeface="LG Smart_H2.0 R"/>
                          <a:ea typeface="LG Smart_H2.0 R"/>
                        </a:rPr>
                        <a:t>TEST-001</a:t>
                      </a:r>
                      <a:endParaRPr lang="ko-KR" sz="1100" b="1">
                        <a:latin typeface="LG Smart_H2.0 R"/>
                        <a:ea typeface="LG Smart_H2.0 R"/>
                      </a:endParaRPr>
                    </a:p>
                  </a:txBody>
                  <a:tcPr anchor="ctr">
                    <a:lnL w="9524">
                      <a:solidFill>
                        <a:schemeClr val="tx1"/>
                      </a:solidFill>
                    </a:lnL>
                    <a:lnR w="9524">
                      <a:solidFill>
                        <a:schemeClr val="tx1"/>
                      </a:solidFill>
                    </a:lnR>
                    <a:lnT w="9524">
                      <a:solidFill>
                        <a:schemeClr val="tx1"/>
                      </a:solidFill>
                    </a:lnT>
                    <a:lnB w="9524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사주 런타임 계산을 테스트한다.</a:t>
                      </a:r>
                      <a:endParaRPr lang="ko-KR" sz="1100">
                        <a:solidFill>
                          <a:schemeClr val="bg1">
                            <a:lumMod val="49000"/>
                          </a:schemeClr>
                        </a:solidFill>
                        <a:latin typeface="LG Smart_H2.0 R"/>
                        <a:ea typeface="LG Smart_H2.0 R"/>
                      </a:endParaRPr>
                    </a:p>
                  </a:txBody>
                  <a:tcPr anchor="ctr">
                    <a:lnL w="9524">
                      <a:solidFill>
                        <a:schemeClr val="tx1"/>
                      </a:solidFill>
                    </a:lnL>
                    <a:lnR w="9524">
                      <a:solidFill>
                        <a:schemeClr val="tx1"/>
                      </a:solidFill>
                    </a:lnR>
                    <a:lnT w="9524">
                      <a:solidFill>
                        <a:schemeClr val="tx1"/>
                      </a:solidFill>
                    </a:lnT>
                    <a:lnB w="9524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100" b="0" i="0" u="none" strike="noStrike" noProof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LG Smart_H2.0 R"/>
                          <a:ea typeface="LG Smart_H2.0 R"/>
                        </a:rPr>
                        <a:t>기준 샘플의 년월일시주가 일치한다.</a:t>
                      </a:r>
                      <a:endParaRPr lang="ko-KR" sz="1100">
                        <a:solidFill>
                          <a:schemeClr val="bg1">
                            <a:lumMod val="49000"/>
                          </a:schemeClr>
                        </a:solidFill>
                        <a:latin typeface="LG Smart_H2.0 R"/>
                        <a:ea typeface="LG Smart_H2.0 R"/>
                      </a:endParaRPr>
                    </a:p>
                  </a:txBody>
                  <a:tcPr anchor="ctr">
                    <a:lnL w="9524">
                      <a:solidFill>
                        <a:schemeClr val="tx1"/>
                      </a:solidFill>
                    </a:lnL>
                    <a:lnR w="9524">
                      <a:solidFill>
                        <a:schemeClr val="tx1"/>
                      </a:solidFill>
                    </a:lnR>
                    <a:lnT w="9524">
                      <a:solidFill>
                        <a:schemeClr val="tx1"/>
                      </a:solidFill>
                    </a:lnT>
                    <a:lnB w="9524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9914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2549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56630"/>
            <a:ext cx="54864" cy="530352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749808" y="747486"/>
            <a:ext cx="813816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03. </a:t>
            </a:r>
            <a:r>
              <a:rPr lang="ko-KR" altLang="en-US" sz="2500" b="1">
                <a:solidFill>
                  <a:srgbClr val="16171A"/>
                </a:solidFill>
                <a:latin typeface="LG스마트체2.0 Regular"/>
                <a:ea typeface="LG Smart_H2.0 R"/>
                <a:cs typeface="Malgun Gothic" pitchFamily="34" charset="-120"/>
              </a:rPr>
              <a:t>핵심 기술</a:t>
            </a:r>
            <a:r>
              <a:rPr lang="en-US" sz="2500" b="1">
                <a:solidFill>
                  <a:srgbClr val="16171A"/>
                </a:solidFill>
                <a:latin typeface="LG스마트체2.0 Regular"/>
                <a:ea typeface="LG Smart_H2.0 R"/>
                <a:cs typeface="Malgun Gothic" pitchFamily="34" charset="-120"/>
              </a:rPr>
              <a:t> </a:t>
            </a:r>
            <a:r>
              <a:rPr lang="ko-KR" altLang="en-US" sz="2500" b="1">
                <a:solidFill>
                  <a:srgbClr val="16171A"/>
                </a:solidFill>
                <a:latin typeface="LG스마트체2.0 Regular"/>
                <a:ea typeface="LG Smart_H2.0 R"/>
                <a:cs typeface="Malgun Gothic" pitchFamily="34" charset="-120"/>
              </a:rPr>
              <a:t>및</a:t>
            </a:r>
            <a:r>
              <a:rPr lang="en-US" sz="2500" b="1">
                <a:solidFill>
                  <a:srgbClr val="16171A"/>
                </a:solidFill>
                <a:latin typeface="LG스마트체2.0 Regular"/>
                <a:ea typeface="LG Smart_H2.0 R"/>
                <a:cs typeface="Malgun Gothic" pitchFamily="34" charset="-120"/>
              </a:rPr>
              <a:t> 구현 기술</a:t>
            </a:r>
            <a:endParaRPr lang="ko-KR" altLang="en-US" sz="2500" b="1">
              <a:solidFill>
                <a:srgbClr val="16171A"/>
              </a:solidFill>
              <a:latin typeface="LG스마트체2.0 Regular"/>
              <a:ea typeface="LG스마트체2.0 Regular"/>
              <a:cs typeface="Malgun Gothic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8620" y="1614229"/>
            <a:ext cx="5109122" cy="5079532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7620">
            <a:solidFill>
              <a:srgbClr val="E7E8EC"/>
            </a:solidFill>
            <a:prstDash val="solid"/>
          </a:ln>
          <a:effectLst>
            <a:outerShdw blurRad="12700" dist="50800" dir="2700000" algn="bl" rotWithShape="0">
              <a:srgbClr val="C8CBD2">
                <a:alpha val="12000"/>
              </a:srgbClr>
            </a:outerShdw>
          </a:effectLst>
        </p:spPr>
        <p:txBody>
          <a:bodyPr/>
          <a:lstStyle/>
          <a:p>
            <a:endParaRPr lang="ko-KR" altLang="en-US" sz="28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35891" y="1854491"/>
            <a:ext cx="4050792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AI</a:t>
            </a:r>
            <a:r>
              <a:rPr lang="ko-KR" altLang="en-US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를</a:t>
            </a:r>
            <a:r>
              <a:rPr lang="en-US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ko-KR" altLang="en-US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이용한</a:t>
            </a:r>
            <a:r>
              <a:rPr lang="en-US" altLang="ko-KR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ko-KR" altLang="en-US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사주 / 관상</a:t>
            </a:r>
            <a:r>
              <a:rPr lang="en-US" altLang="ko-KR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ko-KR" altLang="en-US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분석</a:t>
            </a:r>
            <a:endParaRPr lang="ko-KR" altLang="en-US" b="1">
              <a:solidFill>
                <a:srgbClr val="16171A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15851" y="2302547"/>
            <a:ext cx="4343400" cy="0"/>
          </a:xfrm>
          <a:prstGeom prst="line">
            <a:avLst/>
          </a:prstGeom>
          <a:noFill/>
          <a:ln w="10160">
            <a:solidFill>
              <a:srgbClr val="E7E8EC"/>
            </a:solidFill>
            <a:prstDash val="solid"/>
          </a:ln>
        </p:spPr>
        <p:txBody>
          <a:bodyPr/>
          <a:lstStyle/>
          <a:p>
            <a:endParaRPr lang="ko-KR" altLang="en-US" sz="28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27745" y="2510972"/>
            <a:ext cx="4842982" cy="374526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개인 정보를 그대로 로컬 LLM input으로 넣으면 </a:t>
            </a:r>
            <a:r>
              <a:rPr lang="ko-KR" altLang="en-US" sz="1600" b="1">
                <a:solidFill>
                  <a:srgbClr val="FF0000"/>
                </a:solidFill>
                <a:latin typeface="LG스마트체2.0 Regular"/>
                <a:ea typeface="LG스마트체2.0 Regular"/>
                <a:cs typeface="Segoe UI"/>
              </a:rPr>
              <a:t>hallucination이 발생</a:t>
            </a: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할 여지가 많이 존재.</a:t>
            </a:r>
            <a:endParaRPr lang="en-US" altLang="ko-KR" sz="1600">
              <a:solidFill>
                <a:srgbClr val="4B5563"/>
              </a:solidFill>
              <a:latin typeface="Malgun Gothic"/>
              <a:ea typeface="LG스마트체2.0 Regular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ko-KR" altLang="en-US" sz="14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  → </a:t>
            </a:r>
            <a:r>
              <a:rPr lang="ko-KR" altLang="en-US" sz="1400" b="1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만세력을 직접 계산</a:t>
            </a:r>
            <a:r>
              <a:rPr lang="ko-KR" altLang="en-US" sz="14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하는 로직을 사용해 최대한</a:t>
            </a:r>
            <a:endParaRPr lang="en-US" altLang="ko-KR" sz="1400">
              <a:solidFill>
                <a:srgbClr val="4B5563"/>
              </a:solidFill>
              <a:latin typeface="Malgun Gothic"/>
              <a:ea typeface="LG스마트체2.0 Regular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ko-KR" altLang="en-US" sz="14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   정확한 정보 전달</a:t>
            </a:r>
            <a:endParaRPr lang="en-US" altLang="ko-KR" sz="1400">
              <a:solidFill>
                <a:srgbClr val="4B5563"/>
              </a:solidFill>
              <a:ea typeface="LG스마트체2.0 Regular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ko-KR" sz="1400">
                <a:solidFill>
                  <a:srgbClr val="4B5563"/>
                </a:solidFill>
                <a:latin typeface="LG Smart_H2.0 R"/>
                <a:ea typeface="LG Smart_H2.0 R"/>
                <a:cs typeface="Segoe UI"/>
              </a:rPr>
              <a:t>  → </a:t>
            </a:r>
            <a:r>
              <a:rPr lang="en-US" altLang="ko-KR" sz="1400">
                <a:solidFill>
                  <a:srgbClr val="4B5563"/>
                </a:solidFill>
                <a:latin typeface="LG Smart_H2.0 R"/>
                <a:ea typeface="LG Smart_H2.0 R"/>
                <a:cs typeface="Segoe UI"/>
              </a:rPr>
              <a:t>Json</a:t>
            </a:r>
            <a:r>
              <a:rPr lang="ko-KR" altLang="en-US" sz="1400">
                <a:solidFill>
                  <a:srgbClr val="4B5563"/>
                </a:solidFill>
                <a:latin typeface="LG Smart_H2.0 R"/>
                <a:ea typeface="LG Smart_H2.0 R"/>
                <a:cs typeface="Segoe UI"/>
              </a:rPr>
              <a:t> 스키마에 맞게 </a:t>
            </a:r>
            <a:r>
              <a:rPr lang="ko-KR" altLang="en-US" sz="1400" b="1">
                <a:solidFill>
                  <a:srgbClr val="4B5563"/>
                </a:solidFill>
                <a:latin typeface="LG Smart_H2.0 R"/>
                <a:ea typeface="LG Smart_H2.0 R"/>
                <a:cs typeface="Segoe UI"/>
              </a:rPr>
              <a:t>출력 제한해서 파싱</a:t>
            </a:r>
            <a:r>
              <a:rPr lang="ko-KR" altLang="en-US" sz="1400">
                <a:solidFill>
                  <a:srgbClr val="4B5563"/>
                </a:solidFill>
                <a:latin typeface="LG Smart_H2.0 R"/>
                <a:ea typeface="LG Smart_H2.0 R"/>
                <a:cs typeface="Segoe UI"/>
              </a:rPr>
              <a:t>하는 구조로</a:t>
            </a:r>
            <a:br>
              <a:rPr lang="ko-KR" altLang="en-US" sz="1400">
                <a:solidFill>
                  <a:srgbClr val="4B5563"/>
                </a:solidFill>
                <a:latin typeface="LG Smart_H2.0 R"/>
                <a:ea typeface="LG Smart_H2.0 R"/>
                <a:cs typeface="Segoe UI"/>
              </a:rPr>
            </a:br>
            <a:r>
              <a:rPr lang="ko-KR" altLang="en-US" sz="1400">
                <a:solidFill>
                  <a:srgbClr val="4B5563"/>
                </a:solidFill>
                <a:latin typeface="LG Smart_H2.0 R"/>
                <a:ea typeface="LG Smart_H2.0 R"/>
                <a:cs typeface="Segoe UI"/>
              </a:rPr>
              <a:t>          안정성 확보해 무효 응답을 최소화</a:t>
            </a:r>
            <a:endParaRPr lang="en-US" altLang="ko-KR" sz="1400">
              <a:latin typeface="LG Smart_H2.0 R"/>
              <a:ea typeface="LG Smart_H2.0 R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ko-KR" sz="16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만세력 데이터를 세부적으로 해석하는 과정에서 정해진</a:t>
            </a: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 데이터</a:t>
            </a:r>
            <a:r>
              <a:rPr lang="ko-KR" sz="16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 접근만으로는 </a:t>
            </a:r>
            <a:r>
              <a:rPr lang="ko-KR" sz="1600" b="1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자연스럽고 설득력 있는 사주 해석</a:t>
            </a:r>
            <a:r>
              <a:rPr lang="ko-KR" sz="16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 불가능</a:t>
            </a:r>
            <a:endParaRPr lang="ko-KR" altLang="en-US" sz="1600">
              <a:solidFill>
                <a:srgbClr val="4B5563"/>
              </a:solidFill>
              <a:ea typeface="LG스마트체2.0 Regular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ko-KR" altLang="en-US" sz="14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  → 1T이상 모델과 비슷한 사주풀이 결과를 보인</a:t>
            </a:r>
            <a:br>
              <a:rPr lang="ko-KR" altLang="en-US" sz="14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</a:br>
            <a:r>
              <a:rPr lang="ko-KR" altLang="en-US" sz="14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          </a:t>
            </a:r>
            <a:r>
              <a:rPr lang="en-US" altLang="ko-KR" sz="1400" b="1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Gemma-4-E2B</a:t>
            </a:r>
            <a:r>
              <a:rPr lang="ko-KR" sz="1400" b="1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 모델을 </a:t>
            </a:r>
            <a:r>
              <a:rPr lang="ko-KR" altLang="en-US" sz="1400" b="1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활용</a:t>
            </a:r>
            <a:r>
              <a:rPr lang="ko-KR" altLang="en-US" sz="14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하여 보다</a:t>
            </a:r>
            <a:r>
              <a:rPr lang="ko-KR" sz="14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 </a:t>
            </a:r>
            <a:r>
              <a:rPr lang="ko-KR" altLang="en-US" sz="14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자연스러</a:t>
            </a:r>
            <a:br>
              <a:rPr lang="ko-KR" altLang="en-US" sz="14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</a:br>
            <a:r>
              <a:rPr lang="ko-KR" altLang="en-US" sz="14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          운 사주</a:t>
            </a:r>
            <a:r>
              <a:rPr lang="en-US" altLang="ko-KR" sz="14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·</a:t>
            </a:r>
            <a:r>
              <a:rPr lang="ko-KR" sz="14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관상 분석과 해설을 제공</a:t>
            </a:r>
            <a:endParaRPr lang="en-US" sz="1400">
              <a:ea typeface="Malgun Gothic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ko-KR" altLang="en-US" sz="1600">
              <a:solidFill>
                <a:srgbClr val="4B5563"/>
              </a:solidFill>
              <a:latin typeface="LG스마트체2.0 Regular"/>
              <a:ea typeface="LG스마트체2.0 Regular"/>
              <a:cs typeface="Segoe U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28371" y="1615491"/>
            <a:ext cx="5429793" cy="508615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7620">
            <a:solidFill>
              <a:srgbClr val="E7E8EC"/>
            </a:solidFill>
            <a:prstDash val="solid"/>
          </a:ln>
          <a:effectLst>
            <a:outerShdw blurRad="12700" dist="50800" dir="2700000" algn="bl" rotWithShape="0">
              <a:srgbClr val="C8CBD2">
                <a:alpha val="12000"/>
              </a:srgbClr>
            </a:outerShdw>
          </a:effectLst>
        </p:spPr>
        <p:txBody>
          <a:bodyPr/>
          <a:lstStyle/>
          <a:p>
            <a:endParaRPr lang="ko-KR" altLang="en-US" sz="28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59016" y="1869005"/>
            <a:ext cx="4370832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altLang="ko-KR" b="1" err="1">
                <a:solidFill>
                  <a:srgbClr val="16171A"/>
                </a:solidFill>
                <a:latin typeface="LG스마트체2.0 Regular"/>
                <a:ea typeface="LG스마트체2.0 Regular"/>
              </a:rPr>
              <a:t>사용자</a:t>
            </a:r>
            <a:r>
              <a:rPr lang="en-US" altLang="ko-KR" b="1">
                <a:solidFill>
                  <a:srgbClr val="16171A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b="1" err="1">
                <a:solidFill>
                  <a:srgbClr val="16171A"/>
                </a:solidFill>
                <a:latin typeface="LG스마트체2.0 Regular"/>
                <a:ea typeface="LG스마트체2.0 Regular"/>
              </a:rPr>
              <a:t>친화적</a:t>
            </a:r>
            <a:r>
              <a:rPr lang="en-US" altLang="ko-KR" b="1">
                <a:solidFill>
                  <a:srgbClr val="16171A"/>
                </a:solidFill>
                <a:latin typeface="LG스마트체2.0 Regular"/>
                <a:ea typeface="LG스마트체2.0 Regular"/>
              </a:rPr>
              <a:t> UI </a:t>
            </a:r>
            <a:r>
              <a:rPr lang="en-US" altLang="ko-KR" b="1" err="1">
                <a:solidFill>
                  <a:srgbClr val="16171A"/>
                </a:solidFill>
                <a:latin typeface="LG스마트체2.0 Regular"/>
                <a:ea typeface="LG스마트체2.0 Regular"/>
              </a:rPr>
              <a:t>제공</a:t>
            </a:r>
            <a:endParaRPr lang="en-US" altLang="ko-KR" b="1" err="1">
              <a:solidFill>
                <a:srgbClr val="16171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538976" y="2317061"/>
            <a:ext cx="4663440" cy="0"/>
          </a:xfrm>
          <a:prstGeom prst="line">
            <a:avLst/>
          </a:prstGeom>
          <a:noFill/>
          <a:ln w="10160">
            <a:solidFill>
              <a:srgbClr val="E7E8EC"/>
            </a:solidFill>
            <a:prstDash val="solid"/>
          </a:ln>
        </p:spPr>
        <p:txBody>
          <a:bodyPr/>
          <a:lstStyle/>
          <a:p>
            <a:endParaRPr lang="ko-KR" altLang="en-US" sz="28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21842" y="2518229"/>
            <a:ext cx="5192050" cy="278006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사주풀이에는 일반인이</a:t>
            </a:r>
            <a:r>
              <a:rPr lang="ko-KR" sz="1600" b="1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 직관적으로 이해하기 어려운 정보와 해석 요소</a:t>
            </a:r>
            <a:r>
              <a:rPr lang="ko-KR" sz="16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가 다수 포함됨</a:t>
            </a:r>
            <a:endParaRPr lang="ko-KR" sz="1600"/>
          </a:p>
          <a:p>
            <a:pPr>
              <a:lnSpc>
                <a:spcPct val="150000"/>
              </a:lnSpc>
            </a:pPr>
            <a:r>
              <a:rPr lang="ko-KR" sz="1400">
                <a:solidFill>
                  <a:srgbClr val="4B5563"/>
                </a:solidFill>
                <a:latin typeface="LG Smart_H2.0 R"/>
                <a:ea typeface="LG Smart_H2.0 R"/>
                <a:cs typeface="Segoe UI"/>
              </a:rPr>
              <a:t>  → 이해하기 쉽고, 가독성 </a:t>
            </a:r>
            <a:r>
              <a:rPr lang="ko-KR" altLang="en-US" sz="1400">
                <a:solidFill>
                  <a:srgbClr val="4B5563"/>
                </a:solidFill>
                <a:latin typeface="LG Smart_H2.0 R"/>
                <a:ea typeface="LG Smart_H2.0 R"/>
                <a:cs typeface="Segoe UI"/>
              </a:rPr>
              <a:t>좋은</a:t>
            </a:r>
            <a:r>
              <a:rPr lang="ko-KR" sz="1400">
                <a:solidFill>
                  <a:srgbClr val="4B5563"/>
                </a:solidFill>
                <a:latin typeface="LG Smart_H2.0 R"/>
                <a:ea typeface="LG Smart_H2.0 R"/>
                <a:cs typeface="Segoe UI"/>
              </a:rPr>
              <a:t> 문장으로 풀이를 </a:t>
            </a:r>
            <a:r>
              <a:rPr lang="ko-KR" altLang="en-US" sz="1400">
                <a:solidFill>
                  <a:srgbClr val="4B5563"/>
                </a:solidFill>
                <a:latin typeface="LG Smart_H2.0 R"/>
                <a:ea typeface="LG Smart_H2.0 R"/>
                <a:cs typeface="Segoe UI"/>
              </a:rPr>
              <a:t>하도록</a:t>
            </a:r>
            <a:br>
              <a:rPr lang="ko-KR" sz="1400">
                <a:solidFill>
                  <a:srgbClr val="4B5563"/>
                </a:solidFill>
                <a:latin typeface="LG Smart_H2.0 R"/>
                <a:ea typeface="LG Smart_H2.0 R"/>
                <a:cs typeface="Segoe UI"/>
              </a:rPr>
            </a:br>
            <a:r>
              <a:rPr lang="ko-KR" altLang="en-US" sz="1400">
                <a:solidFill>
                  <a:srgbClr val="4B5563"/>
                </a:solidFill>
                <a:latin typeface="LG Smart_H2.0 R"/>
                <a:ea typeface="LG Smart_H2.0 R"/>
                <a:cs typeface="Segoe UI"/>
              </a:rPr>
              <a:t>          프롬프트</a:t>
            </a:r>
            <a:r>
              <a:rPr lang="ko-KR" sz="1400">
                <a:solidFill>
                  <a:srgbClr val="4B5563"/>
                </a:solidFill>
                <a:latin typeface="LG Smart_H2.0 R"/>
                <a:ea typeface="LG Smart_H2.0 R"/>
                <a:cs typeface="Segoe UI"/>
              </a:rPr>
              <a:t> </a:t>
            </a:r>
            <a:r>
              <a:rPr lang="ko-KR" altLang="en-US" sz="1400">
                <a:solidFill>
                  <a:srgbClr val="4B5563"/>
                </a:solidFill>
                <a:latin typeface="LG Smart_H2.0 R"/>
                <a:ea typeface="LG Smart_H2.0 R"/>
                <a:cs typeface="Segoe UI"/>
              </a:rPr>
              <a:t>구성</a:t>
            </a:r>
          </a:p>
          <a:p>
            <a:pPr>
              <a:lnSpc>
                <a:spcPct val="150000"/>
              </a:lnSpc>
            </a:pPr>
            <a:r>
              <a:rPr lang="ko-KR" altLang="en-US" sz="14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  → </a:t>
            </a:r>
            <a:r>
              <a:rPr lang="ko-KR" altLang="en-US" sz="1400" b="1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간결하고 직관적인 </a:t>
            </a:r>
            <a:r>
              <a:rPr lang="en-US" altLang="ko-KR" sz="1400" b="1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UI</a:t>
            </a:r>
            <a:r>
              <a:rPr lang="ko-KR" sz="14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를 통해 사용자가 사주</a:t>
            </a:r>
            <a:r>
              <a:rPr lang="en-US" altLang="ko-KR" sz="14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·</a:t>
            </a:r>
            <a:r>
              <a:rPr lang="ko-KR" sz="14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관상 </a:t>
            </a:r>
            <a:r>
              <a:rPr lang="ko-KR" altLang="en-US" sz="14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해</a:t>
            </a:r>
            <a:endParaRPr lang="en-US" altLang="ko-KR" sz="1400">
              <a:solidFill>
                <a:srgbClr val="000000"/>
              </a:solidFill>
              <a:latin typeface="Malgun Gothic"/>
              <a:ea typeface="Malgun Gothic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ko-KR" altLang="en-US" sz="14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   설을</a:t>
            </a:r>
            <a:r>
              <a:rPr lang="ko-KR" sz="14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 쉽게 확인할 수 있도록 구성</a:t>
            </a:r>
            <a:endParaRPr lang="en-US" sz="1400">
              <a:solidFill>
                <a:srgbClr val="000000"/>
              </a:solidFill>
              <a:latin typeface="Malgun Gothic"/>
              <a:ea typeface="Malgun Gothic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ko-KR" altLang="en-US" sz="14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  → 사주 해석에 필요한 주요 데이터를 </a:t>
            </a:r>
            <a:r>
              <a:rPr lang="ko-KR" altLang="en-US" sz="1400" b="1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시각적으로 </a:t>
            </a:r>
            <a:r>
              <a:rPr lang="ko-KR" sz="1400" b="1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강조</a:t>
            </a:r>
            <a:r>
              <a:rPr lang="ko-KR" sz="14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하</a:t>
            </a:r>
            <a:endParaRPr lang="ko-KR" sz="1400">
              <a:solidFill>
                <a:srgbClr val="000000"/>
              </a:solidFill>
              <a:latin typeface="Malgun Gothic"/>
              <a:ea typeface="맑은 고딕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ko-KR" sz="14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  </a:t>
            </a:r>
            <a:r>
              <a:rPr lang="ko-KR" altLang="en-US" sz="14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 </a:t>
            </a:r>
            <a:r>
              <a:rPr lang="ko-KR" sz="14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여 이해도를 향상</a:t>
            </a:r>
            <a:endParaRPr lang="ko-KR" sz="1400">
              <a:ea typeface="맑은 고딕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ko-KR" altLang="ko-KR" sz="1600">
              <a:solidFill>
                <a:srgbClr val="4B5563"/>
              </a:solidFill>
              <a:latin typeface="LG스마트체2.0 Regular"/>
              <a:ea typeface="LG스마트체2.0 Regular"/>
              <a:cs typeface="Segoe U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C77E2EA-E4C4-5FA0-26F1-6E865CFFB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801" y="1825540"/>
            <a:ext cx="2381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1E19AB4-6060-12BA-09FE-0629AAF64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8976" y="1847215"/>
            <a:ext cx="266700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9">
            <a:extLst>
              <a:ext uri="{FF2B5EF4-FFF2-40B4-BE49-F238E27FC236}">
                <a16:creationId xmlns:a16="http://schemas.microsoft.com/office/drawing/2014/main" id="{A728A949-4633-AA2D-653B-F503C1865735}"/>
              </a:ext>
            </a:extLst>
          </p:cNvPr>
          <p:cNvSpPr/>
          <p:nvPr/>
        </p:nvSpPr>
        <p:spPr>
          <a:xfrm>
            <a:off x="770185" y="1289287"/>
            <a:ext cx="4180251" cy="47213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TECH - 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사주풀이 성능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27601"/>
            <a:ext cx="54864" cy="530352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749808" y="718457"/>
            <a:ext cx="813816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03. </a:t>
            </a:r>
            <a:r>
              <a:rPr lang="ko-KR" altLang="en-US" sz="2500" b="1">
                <a:solidFill>
                  <a:srgbClr val="16171A"/>
                </a:solidFill>
                <a:latin typeface="LG Smart_H2.0 R"/>
                <a:ea typeface="LG Smart_H2.0 R"/>
                <a:cs typeface="Malgun Gothic" pitchFamily="34" charset="-120"/>
              </a:rPr>
              <a:t>핵심 기술</a:t>
            </a:r>
            <a:r>
              <a:rPr lang="en-US" sz="2500" b="1">
                <a:solidFill>
                  <a:srgbClr val="16171A"/>
                </a:solidFill>
                <a:latin typeface="LG Smart_H2.0 R"/>
                <a:ea typeface="LG Smart_H2.0 R"/>
                <a:cs typeface="Malgun Gothic" pitchFamily="34" charset="-120"/>
              </a:rPr>
              <a:t> </a:t>
            </a:r>
            <a:r>
              <a:rPr lang="ko-KR" altLang="en-US" sz="2500" b="1">
                <a:solidFill>
                  <a:srgbClr val="16171A"/>
                </a:solidFill>
                <a:latin typeface="LG Smart_H2.0 R"/>
                <a:ea typeface="LG Smart_H2.0 R"/>
                <a:cs typeface="Malgun Gothic" pitchFamily="34" charset="-120"/>
              </a:rPr>
              <a:t>및</a:t>
            </a:r>
            <a:r>
              <a:rPr lang="en-US" altLang="ko-KR" sz="2500" b="1">
                <a:solidFill>
                  <a:srgbClr val="16171A"/>
                </a:solidFill>
                <a:latin typeface="LG Smart_H2.0 R"/>
                <a:ea typeface="LG Smart_H2.0 R"/>
                <a:cs typeface="Malgun Gothic" pitchFamily="34" charset="-120"/>
              </a:rPr>
              <a:t> </a:t>
            </a:r>
            <a:r>
              <a:rPr lang="ko-KR" altLang="en-US" sz="2500" b="1">
                <a:solidFill>
                  <a:srgbClr val="16171A"/>
                </a:solidFill>
                <a:latin typeface="LG Smart_H2.0 R"/>
                <a:ea typeface="LG Smart_H2.0 R"/>
                <a:cs typeface="Malgun Gothic" pitchFamily="34" charset="-120"/>
              </a:rPr>
              <a:t>구현</a:t>
            </a:r>
            <a:r>
              <a:rPr lang="en-US" sz="2500" b="1">
                <a:solidFill>
                  <a:srgbClr val="16171A"/>
                </a:solidFill>
                <a:latin typeface="LG Smart_H2.0 R"/>
                <a:ea typeface="LG Smart_H2.0 R"/>
                <a:cs typeface="Malgun Gothic" pitchFamily="34" charset="-120"/>
              </a:rPr>
              <a:t> </a:t>
            </a:r>
            <a:r>
              <a:rPr lang="ko-KR" altLang="en-US" sz="2500" b="1">
                <a:solidFill>
                  <a:srgbClr val="16171A"/>
                </a:solidFill>
                <a:latin typeface="LG Smart_H2.0 R"/>
                <a:ea typeface="LG Smart_H2.0 R"/>
                <a:cs typeface="Malgun Gothic" pitchFamily="34" charset="-120"/>
              </a:rPr>
              <a:t>기술</a:t>
            </a:r>
            <a:endParaRPr lang="ko-KR" altLang="en-US" sz="2500" b="1">
              <a:solidFill>
                <a:srgbClr val="16171A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61109" y="1896293"/>
            <a:ext cx="6078873" cy="123458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7620">
            <a:solidFill>
              <a:srgbClr val="E7E8EC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C8CBD2">
                <a:alpha val="12000"/>
              </a:srgbClr>
            </a:outerShdw>
          </a:effectLst>
        </p:spPr>
        <p:txBody>
          <a:bodyPr/>
          <a:lstStyle/>
          <a:p>
            <a:endParaRPr lang="ko-KR" altLang="en-US" sz="28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86654" y="1983959"/>
            <a:ext cx="41148" cy="957652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 sz="28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442686" y="2093687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llama.cpp </a:t>
            </a:r>
            <a:r>
              <a:rPr lang="en-US" sz="2000" b="1" err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기반</a:t>
            </a:r>
            <a:r>
              <a:rPr lang="en-US" sz="2000" b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 </a:t>
            </a:r>
            <a:r>
              <a:rPr lang="en-US" sz="2000" b="1" err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로컬</a:t>
            </a:r>
            <a:r>
              <a:rPr lang="en-US" sz="2000" b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 </a:t>
            </a:r>
            <a:r>
              <a:rPr lang="en-US" sz="2000" b="1" err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추론</a:t>
            </a:r>
            <a:r>
              <a:rPr lang="en-US" sz="2000" b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 </a:t>
            </a:r>
            <a:r>
              <a:rPr lang="en-US" sz="2000" b="1" err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프레임워크</a:t>
            </a:r>
            <a:endParaRPr lang="en-US" sz="20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2686" y="2470478"/>
            <a:ext cx="5596128" cy="4670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경량화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양자화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모델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(GGUF) </a:t>
            </a: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모델 사용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, </a:t>
            </a:r>
            <a:r>
              <a:rPr lang="en-US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라즈베리파이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제한된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자원을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고려해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양자화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 / </a:t>
            </a: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컨텍스트 </a:t>
            </a:r>
            <a:r>
              <a:rPr lang="ko-KR" altLang="en-US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캐싱</a:t>
            </a: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/ MTP 등 여러 기법 적용</a:t>
            </a:r>
            <a:endParaRPr lang="en-US" sz="1600">
              <a:solidFill>
                <a:srgbClr val="4B5563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53851" y="3237122"/>
            <a:ext cx="6078873" cy="1183785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7620">
            <a:solidFill>
              <a:srgbClr val="E7E8EC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C8CBD2">
                <a:alpha val="12000"/>
              </a:srgbClr>
            </a:outerShdw>
          </a:effectLst>
        </p:spPr>
        <p:txBody>
          <a:bodyPr/>
          <a:lstStyle/>
          <a:p>
            <a:endParaRPr lang="ko-KR" altLang="en-US" sz="28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79396" y="3273989"/>
            <a:ext cx="41148" cy="986681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 sz="28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5428" y="3383717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ko-KR" altLang="en-US" sz="20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캐시 최적화 프롬프팅</a:t>
            </a:r>
            <a:endParaRPr lang="en-US" sz="2000" b="1">
              <a:solidFill>
                <a:srgbClr val="16171A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35428" y="3767765"/>
            <a:ext cx="559612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고정적으로 prefix 프롬프트는 Key-Value를 미리 만들어 사용할 수 있도록 KV 캐싱 모델 수정</a:t>
            </a:r>
            <a:endParaRPr lang="ko-KR" altLang="en-US" sz="1600">
              <a:solidFill>
                <a:srgbClr val="4B5563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E913A379-B0A2-F1E0-EA4F-9A81130D6340}"/>
              </a:ext>
            </a:extLst>
          </p:cNvPr>
          <p:cNvSpPr/>
          <p:nvPr/>
        </p:nvSpPr>
        <p:spPr>
          <a:xfrm>
            <a:off x="153850" y="4557921"/>
            <a:ext cx="6078873" cy="1183785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7620">
            <a:solidFill>
              <a:srgbClr val="E7E8EC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C8CBD2">
                <a:alpha val="12000"/>
              </a:srgbClr>
            </a:outerShdw>
          </a:effectLst>
        </p:spPr>
        <p:txBody>
          <a:bodyPr/>
          <a:lstStyle/>
          <a:p>
            <a:endParaRPr lang="ko-KR" altLang="en-US" sz="28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" name="Shape 13">
            <a:extLst>
              <a:ext uri="{FF2B5EF4-FFF2-40B4-BE49-F238E27FC236}">
                <a16:creationId xmlns:a16="http://schemas.microsoft.com/office/drawing/2014/main" id="{6A566780-8AF3-95D3-DC42-F4D64C31C0DC}"/>
              </a:ext>
            </a:extLst>
          </p:cNvPr>
          <p:cNvSpPr/>
          <p:nvPr/>
        </p:nvSpPr>
        <p:spPr>
          <a:xfrm>
            <a:off x="179395" y="4594788"/>
            <a:ext cx="41148" cy="986681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 sz="28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C5187F00-AEA8-9704-235A-D38E2232B12F}"/>
              </a:ext>
            </a:extLst>
          </p:cNvPr>
          <p:cNvSpPr/>
          <p:nvPr/>
        </p:nvSpPr>
        <p:spPr>
          <a:xfrm>
            <a:off x="435427" y="4704516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ko-KR" altLang="en-US" sz="2000" b="1">
                <a:solidFill>
                  <a:srgbClr val="16171A"/>
                </a:solidFill>
                <a:latin typeface="LG스마트체2.0 Regular"/>
                <a:ea typeface="LG스마트체2.0 Regular"/>
              </a:rPr>
              <a:t>분산 최적화</a:t>
            </a: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4666AC27-0AFF-9BBD-F1A5-EB18D6F60E0A}"/>
              </a:ext>
            </a:extLst>
          </p:cNvPr>
          <p:cNvSpPr/>
          <p:nvPr/>
        </p:nvSpPr>
        <p:spPr>
          <a:xfrm>
            <a:off x="435427" y="5088564"/>
            <a:ext cx="559612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멀티 디바이스 설치 시,  적응형 스케쥴러를 직접 구현한 분산 시스템</a:t>
            </a:r>
            <a:endParaRPr lang="ko-KR" altLang="en-US" sz="1600">
              <a:solidFill>
                <a:srgbClr val="4B5563"/>
              </a:solidFill>
              <a:latin typeface="LG스마트체2.0 Regular"/>
              <a:ea typeface="LG스마트체2.0 Regular" panose="020B0600000101010101" pitchFamily="50" charset="-127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23033E34-0AD1-A7EA-4914-0408F8FB37C8}"/>
              </a:ext>
            </a:extLst>
          </p:cNvPr>
          <p:cNvSpPr/>
          <p:nvPr/>
        </p:nvSpPr>
        <p:spPr>
          <a:xfrm>
            <a:off x="770185" y="1289287"/>
            <a:ext cx="4180251" cy="47213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TECH - 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속도 최적화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79CDC9D-65C4-4DDF-BEB1-538E3B7A4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9914" y="2068664"/>
            <a:ext cx="5715001" cy="3189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00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65230F-FCBE-81EA-4DEB-042761022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885A914-600D-CBCC-A121-B593ECDAC688}"/>
              </a:ext>
            </a:extLst>
          </p:cNvPr>
          <p:cNvSpPr/>
          <p:nvPr/>
        </p:nvSpPr>
        <p:spPr>
          <a:xfrm>
            <a:off x="749808" y="566928"/>
            <a:ext cx="54864" cy="420624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70043F7-F1C1-5EE9-5D2F-60D6A0FEE6CD}"/>
              </a:ext>
            </a:extLst>
          </p:cNvPr>
          <p:cNvSpPr/>
          <p:nvPr/>
        </p:nvSpPr>
        <p:spPr>
          <a:xfrm>
            <a:off x="2630570" y="2954527"/>
            <a:ext cx="6932022" cy="939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4400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04. </a:t>
            </a:r>
            <a:r>
              <a:rPr lang="ko-KR" altLang="en-US" sz="4400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구현</a:t>
            </a:r>
            <a:r>
              <a:rPr lang="en-US" sz="4400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 </a:t>
            </a:r>
            <a:r>
              <a:rPr lang="ko-KR" altLang="en-US" sz="4400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결과</a:t>
            </a:r>
            <a:endParaRPr lang="en-US" sz="4400" b="1">
              <a:solidFill>
                <a:srgbClr val="FFFFFF"/>
              </a:solidFill>
              <a:latin typeface="LG스마트체2.0 Regular"/>
              <a:ea typeface="LG스마트체2.0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397171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7AB095-F171-48E3-C206-D67F65982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FEA551-6452-3478-9774-D921CC48AE3D}"/>
              </a:ext>
            </a:extLst>
          </p:cNvPr>
          <p:cNvSpPr/>
          <p:nvPr/>
        </p:nvSpPr>
        <p:spPr>
          <a:xfrm>
            <a:off x="566928" y="727601"/>
            <a:ext cx="54864" cy="530352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A443CCC-8309-64AF-63BF-20F5D5ABB608}"/>
              </a:ext>
            </a:extLst>
          </p:cNvPr>
          <p:cNvSpPr/>
          <p:nvPr/>
        </p:nvSpPr>
        <p:spPr>
          <a:xfrm>
            <a:off x="749808" y="718457"/>
            <a:ext cx="813816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04. </a:t>
            </a:r>
            <a:r>
              <a:rPr lang="ko-KR" alt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구현 결과</a:t>
            </a:r>
            <a:endParaRPr lang="ko-KR" altLang="en-US" sz="2500" b="1">
              <a:solidFill>
                <a:srgbClr val="16171A"/>
              </a:solidFill>
              <a:latin typeface="LG Smart_H2.0 R"/>
              <a:ea typeface="LG Smart_H2.0 R"/>
              <a:cs typeface="Malgun Gothic" pitchFamily="34" charset="-120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1F446721-6C07-5E65-6476-311D79D5C120}"/>
              </a:ext>
            </a:extLst>
          </p:cNvPr>
          <p:cNvSpPr/>
          <p:nvPr/>
        </p:nvSpPr>
        <p:spPr>
          <a:xfrm>
            <a:off x="770185" y="1289287"/>
            <a:ext cx="4180251" cy="47213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RESULT - 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사주</a:t>
            </a: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sz="1400" b="1" err="1">
                <a:solidFill>
                  <a:srgbClr val="B0003A"/>
                </a:solidFill>
                <a:latin typeface="LG스마트체2.0 Regular"/>
                <a:ea typeface="LG스마트체2.0 Regular"/>
              </a:rPr>
              <a:t>풀이</a:t>
            </a: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 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성능</a:t>
            </a: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 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결과</a:t>
            </a: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5A59B94A-7C32-E391-D0F2-BE7AE07183EF}"/>
              </a:ext>
            </a:extLst>
          </p:cNvPr>
          <p:cNvSpPr/>
          <p:nvPr/>
        </p:nvSpPr>
        <p:spPr>
          <a:xfrm>
            <a:off x="539642" y="2129034"/>
            <a:ext cx="5593225" cy="4439325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7620">
            <a:solidFill>
              <a:srgbClr val="E7E8EC"/>
            </a:solidFill>
            <a:prstDash val="solid"/>
          </a:ln>
          <a:effectLst>
            <a:outerShdw blurRad="12700" dist="50800" dir="2700000" algn="bl" rotWithShape="0">
              <a:srgbClr val="C8CBD2">
                <a:alpha val="12000"/>
              </a:srgbClr>
            </a:outerShdw>
          </a:effectLst>
        </p:spPr>
        <p:txBody>
          <a:bodyPr/>
          <a:lstStyle/>
          <a:p>
            <a:endParaRPr lang="ko-KR" altLang="en-US" sz="20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710715A5-A32E-034F-97EF-FB3CAB012914}"/>
              </a:ext>
            </a:extLst>
          </p:cNvPr>
          <p:cNvSpPr/>
          <p:nvPr/>
        </p:nvSpPr>
        <p:spPr>
          <a:xfrm>
            <a:off x="631807" y="2266842"/>
            <a:ext cx="5314550" cy="443850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54" tIns="254" rIns="254" bIns="254" rtlCol="0" anchor="t">
            <a:noAutofit/>
          </a:bodyPr>
          <a:lstStyle/>
          <a:p>
            <a:endParaRPr lang="ko-KR" altLang="en-US" sz="1600">
              <a:solidFill>
                <a:srgbClr val="4B5563"/>
              </a:solidFill>
              <a:latin typeface="LG Smart_H2.0 R"/>
              <a:ea typeface="LG Smart_H2.0 R"/>
              <a:cs typeface="+mn-lt"/>
            </a:endParaRPr>
          </a:p>
          <a:p>
            <a:endParaRPr lang="ko-KR" altLang="en-US" sz="1600">
              <a:solidFill>
                <a:srgbClr val="4B5563"/>
              </a:solidFill>
              <a:latin typeface="LG Smart_H2.0 R"/>
              <a:ea typeface="LG Smart_H2.0 R"/>
              <a:cs typeface="+mn-lt"/>
            </a:endParaRPr>
          </a:p>
          <a:p>
            <a:r>
              <a:rPr lang="ko-KR" alt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기본적으로 신중하고 </a:t>
            </a:r>
            <a:r>
              <a:rPr lang="ko-KR" alt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관찰력이 좋아 사람이나 상황의 흐름을 빠르게 파악</a:t>
            </a:r>
            <a:r>
              <a:rPr lang="ko-KR" alt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하는 편입니다</a:t>
            </a:r>
            <a:r>
              <a:rPr lang="en-US" altLang="ko-KR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.</a:t>
            </a:r>
            <a:endParaRPr lang="ko-KR" altLang="en-US" sz="1600">
              <a:solidFill>
                <a:schemeClr val="tx1"/>
              </a:solidFill>
              <a:latin typeface="LG Smart_H2.0 R"/>
              <a:ea typeface="LG Smart_H2.0 R"/>
            </a:endParaRPr>
          </a:p>
          <a:p>
            <a:endParaRPr lang="en-US" altLang="ko-KR" sz="1600">
              <a:solidFill>
                <a:srgbClr val="4B5563"/>
              </a:solidFill>
              <a:latin typeface="LG Smart_H2.0 R"/>
              <a:ea typeface="LG Smart_H2.0 R"/>
            </a:endParaRPr>
          </a:p>
          <a:p>
            <a:endParaRPr lang="en-US" altLang="ko-KR" sz="1600">
              <a:solidFill>
                <a:srgbClr val="4B5563"/>
              </a:solidFill>
              <a:latin typeface="LG Smart_H2.0 R"/>
              <a:ea typeface="LG Smart_H2.0 R"/>
            </a:endParaRPr>
          </a:p>
          <a:p>
            <a:endParaRPr lang="en-US" altLang="ko-KR" sz="1600">
              <a:solidFill>
                <a:srgbClr val="4B5563"/>
              </a:solidFill>
              <a:latin typeface="LG Smart_H2.0 R"/>
              <a:ea typeface="LG Smart_H2.0 R"/>
              <a:cs typeface="+mn-lt"/>
            </a:endParaRPr>
          </a:p>
          <a:p>
            <a:endParaRPr lang="ko-KR" altLang="en-US" sz="1600">
              <a:solidFill>
                <a:srgbClr val="4B5563"/>
              </a:solidFill>
              <a:latin typeface="LG Smart_H2.0 R"/>
              <a:ea typeface="LG Smart_H2.0 R"/>
              <a:cs typeface="+mn-lt"/>
            </a:endParaRPr>
          </a:p>
          <a:p>
            <a:r>
              <a:rPr lang="ko-KR" alt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적성은</a:t>
            </a:r>
            <a:r>
              <a:rPr lang="en-US" altLang="ko-KR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ko-KR" alt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분석</a:t>
            </a:r>
            <a:r>
              <a:rPr lang="en-US" altLang="ko-KR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, </a:t>
            </a:r>
            <a:r>
              <a:rPr lang="ko-KR" alt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기획</a:t>
            </a:r>
            <a:r>
              <a:rPr lang="en-US" altLang="ko-KR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, </a:t>
            </a:r>
            <a:r>
              <a:rPr lang="ko-KR" alt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기술</a:t>
            </a:r>
            <a:r>
              <a:rPr 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,</a:t>
            </a:r>
            <a:r>
              <a:rPr lang="en-US" altLang="ko-KR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ko-KR" alt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데이터</a:t>
            </a:r>
            <a:r>
              <a:rPr 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,</a:t>
            </a:r>
            <a:r>
              <a:rPr lang="en-US" altLang="ko-KR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ko-KR" alt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연구</a:t>
            </a:r>
            <a:r>
              <a:rPr 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, </a:t>
            </a:r>
            <a:r>
              <a:rPr lang="ko-KR" alt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시스템</a:t>
            </a:r>
            <a:r>
              <a:rPr 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ko-KR" alt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설계처럼</a:t>
            </a:r>
            <a:r>
              <a:rPr 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ko-KR" alt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구조를</a:t>
            </a:r>
            <a:r>
              <a:rPr 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ko-KR" alt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이해하고</a:t>
            </a:r>
            <a:r>
              <a:rPr 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ko-KR" alt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개선하는</a:t>
            </a:r>
            <a:r>
              <a:rPr 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ko-KR" alt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일</a:t>
            </a:r>
            <a:r>
              <a:rPr lang="ko-KR" alt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과</a:t>
            </a:r>
            <a:r>
              <a:rPr 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ko-KR" alt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잘</a:t>
            </a:r>
            <a:r>
              <a:rPr 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ko-KR" alt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맞습니다</a:t>
            </a:r>
            <a:r>
              <a:rPr 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.</a:t>
            </a:r>
            <a:endParaRPr lang="en-US">
              <a:solidFill>
                <a:schemeClr val="tx1"/>
              </a:solidFill>
              <a:latin typeface="LG Smart_H2.0 R"/>
              <a:ea typeface="LG Smart_H2.0 R"/>
              <a:cs typeface="+mn-lt"/>
            </a:endParaRPr>
          </a:p>
          <a:p>
            <a:endParaRPr lang="en-US" sz="1600">
              <a:solidFill>
                <a:srgbClr val="4B5563"/>
              </a:solidFill>
              <a:latin typeface="LG Smart_H2.0 R"/>
              <a:ea typeface="LG Smart_H2.0 R"/>
              <a:cs typeface="+mn-lt"/>
            </a:endParaRPr>
          </a:p>
          <a:p>
            <a:endParaRPr lang="en-US" sz="1600">
              <a:solidFill>
                <a:srgbClr val="4B5563"/>
              </a:solidFill>
              <a:latin typeface="LG Smart_H2.0 R"/>
              <a:ea typeface="LG Smart_H2.0 R"/>
              <a:cs typeface="+mn-lt"/>
            </a:endParaRPr>
          </a:p>
          <a:p>
            <a:endParaRPr lang="en-US" sz="1600">
              <a:solidFill>
                <a:srgbClr val="4B5563"/>
              </a:solidFill>
              <a:latin typeface="LG Smart_H2.0 R"/>
              <a:ea typeface="LG Smart_H2.0 R"/>
              <a:cs typeface="+mn-lt"/>
            </a:endParaRPr>
          </a:p>
          <a:p>
            <a:endParaRPr lang="ko-KR" altLang="en-US" sz="1600">
              <a:solidFill>
                <a:srgbClr val="4B5563"/>
              </a:solidFill>
              <a:latin typeface="LG Smart_H2.0 R"/>
              <a:ea typeface="LG Smart_H2.0 R"/>
              <a:cs typeface="+mn-lt"/>
            </a:endParaRPr>
          </a:p>
          <a:p>
            <a:r>
              <a:rPr lang="ko-KR" alt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남들보다 속도가 느리다고</a:t>
            </a:r>
            <a:r>
              <a:rPr lang="ko-KR" alt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느껴질 수 있지만, 시간이 지날수록 경험과 신뢰가 자산이 되는 타입입니다.</a:t>
            </a:r>
            <a:endParaRPr lang="en-US" sz="1600">
              <a:solidFill>
                <a:schemeClr val="tx1"/>
              </a:solidFill>
              <a:latin typeface="LG Smart_H2.0 R"/>
              <a:ea typeface="LG Smart_H2.0 R"/>
            </a:endParaRP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15B55DBA-4C1D-A07F-4D1B-F5766B0311DE}"/>
              </a:ext>
            </a:extLst>
          </p:cNvPr>
          <p:cNvSpPr/>
          <p:nvPr/>
        </p:nvSpPr>
        <p:spPr>
          <a:xfrm>
            <a:off x="6251013" y="2128343"/>
            <a:ext cx="5593225" cy="4418933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7620">
            <a:solidFill>
              <a:srgbClr val="E7E8EC"/>
            </a:solidFill>
            <a:prstDash val="solid"/>
          </a:ln>
          <a:effectLst>
            <a:outerShdw blurRad="12700" dist="50800" dir="2700000" algn="bl" rotWithShape="0">
              <a:srgbClr val="C8CBD2">
                <a:alpha val="12000"/>
              </a:srgbClr>
            </a:outerShdw>
          </a:effectLst>
        </p:spPr>
        <p:txBody>
          <a:bodyPr/>
          <a:lstStyle/>
          <a:p>
            <a:endParaRPr lang="ko-KR" altLang="en-US" sz="20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9E1554E4-7DDD-C151-D6E3-5F7A6567804E}"/>
              </a:ext>
            </a:extLst>
          </p:cNvPr>
          <p:cNvSpPr/>
          <p:nvPr/>
        </p:nvSpPr>
        <p:spPr>
          <a:xfrm>
            <a:off x="1814157" y="1713556"/>
            <a:ext cx="2688593" cy="3506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algn="ctr"/>
            <a:r>
              <a:rPr lang="en-US" altLang="ko-KR" sz="2400" b="1">
                <a:solidFill>
                  <a:schemeClr val="bg2">
                    <a:lumMod val="25000"/>
                  </a:schemeClr>
                </a:solidFill>
                <a:latin typeface="LG스마트체2.0 Regular"/>
                <a:ea typeface="LG스마트체2.0 Regular"/>
              </a:rPr>
              <a:t>GPT</a:t>
            </a:r>
            <a:r>
              <a:rPr lang="ko-KR" altLang="en-US" sz="2400" b="1">
                <a:solidFill>
                  <a:schemeClr val="bg2">
                    <a:lumMod val="25000"/>
                  </a:schemeClr>
                </a:solidFill>
                <a:latin typeface="LG스마트체2.0 Regular"/>
                <a:ea typeface="LG스마트체2.0 Regular"/>
              </a:rPr>
              <a:t> 5.5 </a:t>
            </a:r>
            <a:r>
              <a:rPr lang="ko-KR" altLang="en-US" sz="2400" b="1" err="1">
                <a:solidFill>
                  <a:schemeClr val="bg2">
                    <a:lumMod val="25000"/>
                  </a:schemeClr>
                </a:solidFill>
                <a:latin typeface="LG스마트체2.0 Regular"/>
                <a:ea typeface="LG스마트체2.0 Regular"/>
              </a:rPr>
              <a:t>Pro</a:t>
            </a:r>
            <a:endParaRPr lang="ko-KR" sz="2400" b="1">
              <a:solidFill>
                <a:schemeClr val="bg2">
                  <a:lumMod val="25000"/>
                </a:schemeClr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4A82FC5E-B911-021E-F049-913278DC5231}"/>
              </a:ext>
            </a:extLst>
          </p:cNvPr>
          <p:cNvSpPr/>
          <p:nvPr/>
        </p:nvSpPr>
        <p:spPr>
          <a:xfrm>
            <a:off x="8034006" y="1713555"/>
            <a:ext cx="2019979" cy="3506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algn="ctr"/>
            <a:r>
              <a:rPr lang="en-US" altLang="ko-KR" sz="2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Ours</a:t>
            </a:r>
            <a:endParaRPr lang="ko-KR" altLang="en-US" sz="2400" b="1">
              <a:solidFill>
                <a:srgbClr val="B0003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19A747CA-7BB4-5E70-92BB-999DC760032E}"/>
              </a:ext>
            </a:extLst>
          </p:cNvPr>
          <p:cNvSpPr/>
          <p:nvPr/>
        </p:nvSpPr>
        <p:spPr>
          <a:xfrm>
            <a:off x="6379463" y="2281355"/>
            <a:ext cx="5343578" cy="442398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254" tIns="254" rIns="254" bIns="254" rtlCol="0" anchor="t">
            <a:noAutofit/>
          </a:bodyPr>
          <a:lstStyle/>
          <a:p>
            <a:endParaRPr lang="ko-KR" altLang="en-US" sz="1600">
              <a:solidFill>
                <a:srgbClr val="5F504B"/>
              </a:solidFill>
              <a:latin typeface="LG Smart_H2.0 R"/>
              <a:ea typeface="LG Smart_H2.0 R"/>
              <a:cs typeface="+mn-lt"/>
            </a:endParaRPr>
          </a:p>
          <a:p>
            <a:endParaRPr lang="ko-KR" altLang="en-US" sz="1600">
              <a:solidFill>
                <a:srgbClr val="5F504B"/>
              </a:solidFill>
              <a:latin typeface="LG Smart_H2.0 R"/>
              <a:ea typeface="LG Smart_H2.0 R"/>
              <a:cs typeface="+mn-lt"/>
            </a:endParaRPr>
          </a:p>
          <a:p>
            <a:r>
              <a:rPr lang="ko-KR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당신은 남들이 쉽게 엿볼 수 없는 깊은 감각으로 </a:t>
            </a:r>
            <a:r>
              <a:rPr lang="ko-KR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세상을 관찰하고, 차분하게 상황을 분석</a:t>
            </a:r>
            <a:r>
              <a:rPr lang="ko-KR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하는 능력이 </a:t>
            </a:r>
            <a:r>
              <a:rPr lang="ko-KR" alt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정말 대단해요</a:t>
            </a:r>
            <a:r>
              <a:rPr lang="en-US" altLang="ko-KR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!</a:t>
            </a:r>
            <a:endParaRPr lang="en-US">
              <a:solidFill>
                <a:schemeClr val="tx1"/>
              </a:solidFill>
            </a:endParaRPr>
          </a:p>
          <a:p>
            <a:endParaRPr lang="en-US" altLang="ko-KR" sz="1600">
              <a:solidFill>
                <a:srgbClr val="5F504B"/>
              </a:solidFill>
              <a:latin typeface="LG Smart_H2.0 R"/>
              <a:ea typeface="LG Smart_H2.0 R"/>
            </a:endParaRPr>
          </a:p>
          <a:p>
            <a:endParaRPr lang="en-US" altLang="ko-KR" sz="1600">
              <a:solidFill>
                <a:srgbClr val="5F504B"/>
              </a:solidFill>
              <a:latin typeface="LG Smart_H2.0 R"/>
              <a:ea typeface="LG Smart_H2.0 R"/>
            </a:endParaRPr>
          </a:p>
          <a:p>
            <a:endParaRPr lang="en-US" sz="1600">
              <a:solidFill>
                <a:srgbClr val="5F504B"/>
              </a:solidFill>
              <a:latin typeface="LG Smart_H2.0 R"/>
              <a:ea typeface="LG Smart_H2.0 R"/>
              <a:cs typeface="+mn-lt"/>
            </a:endParaRPr>
          </a:p>
          <a:p>
            <a:endParaRPr lang="en-US" sz="1600">
              <a:solidFill>
                <a:srgbClr val="5F504B"/>
              </a:solidFill>
              <a:latin typeface="LG Smart_H2.0 R"/>
              <a:ea typeface="LG Smart_H2.0 R"/>
              <a:cs typeface="+mn-lt"/>
            </a:endParaRPr>
          </a:p>
          <a:p>
            <a:r>
              <a:rPr 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복잡한 </a:t>
            </a:r>
            <a:r>
              <a:rPr lang="en-US" sz="1600" b="1" err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데이터</a:t>
            </a:r>
            <a:r>
              <a:rPr 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en-US" sz="1600" b="1" err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속에서</a:t>
            </a:r>
            <a:r>
              <a:rPr 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ko-KR" alt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구조를</a:t>
            </a:r>
            <a:r>
              <a:rPr 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ko-KR" alt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이해하고</a:t>
            </a:r>
            <a:r>
              <a:rPr lang="en-US" altLang="ko-KR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ko-KR" alt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숨겨진</a:t>
            </a:r>
            <a:r>
              <a:rPr 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en-US" sz="1600" b="1" err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가치</a:t>
            </a:r>
            <a:r>
              <a:rPr 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en-US" sz="1600" b="1" err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있는</a:t>
            </a:r>
            <a:r>
              <a:rPr 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en-US" sz="1600" b="1" err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기회를</a:t>
            </a:r>
            <a:r>
              <a:rPr 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en-US" sz="1600" b="1" err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발견</a:t>
            </a:r>
            <a:r>
              <a:rPr lang="en-US" sz="1600" err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하는</a:t>
            </a:r>
            <a:r>
              <a:rPr 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데 </a:t>
            </a:r>
            <a:r>
              <a:rPr lang="en-US" sz="1600" err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탁월한</a:t>
            </a:r>
            <a:r>
              <a:rPr 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en-US" sz="1600" err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능력을</a:t>
            </a:r>
            <a:r>
              <a:rPr 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발휘할 수 </a:t>
            </a:r>
            <a:r>
              <a:rPr lang="en-US" sz="1600" err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있어요</a:t>
            </a:r>
            <a:r>
              <a:rPr 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.</a:t>
            </a:r>
          </a:p>
          <a:p>
            <a:endParaRPr lang="en-US" sz="1600">
              <a:solidFill>
                <a:srgbClr val="5F504B"/>
              </a:solidFill>
              <a:latin typeface="LG Smart_H2.0 R"/>
              <a:ea typeface="LG Smart_H2.0 R"/>
            </a:endParaRPr>
          </a:p>
          <a:p>
            <a:endParaRPr lang="en-US" altLang="ko-KR" sz="1600">
              <a:solidFill>
                <a:srgbClr val="5F504B"/>
              </a:solidFill>
              <a:latin typeface="LG Smart_H2.0 R"/>
              <a:ea typeface="LG Smart_H2.0 R"/>
              <a:cs typeface="+mn-lt"/>
            </a:endParaRPr>
          </a:p>
          <a:p>
            <a:endParaRPr lang="en-US" altLang="ko-KR" sz="1600">
              <a:solidFill>
                <a:srgbClr val="5F504B"/>
              </a:solidFill>
              <a:latin typeface="LG Smart_H2.0 R"/>
              <a:ea typeface="LG Smart_H2.0 R"/>
              <a:cs typeface="+mn-lt"/>
            </a:endParaRPr>
          </a:p>
          <a:p>
            <a:endParaRPr lang="ko-KR" altLang="en-US" sz="1600">
              <a:solidFill>
                <a:srgbClr val="5F504B"/>
              </a:solidFill>
              <a:latin typeface="LG Smart_H2.0 R"/>
              <a:ea typeface="LG Smart_H2.0 R"/>
              <a:cs typeface="+mn-lt"/>
            </a:endParaRPr>
          </a:p>
          <a:p>
            <a:r>
              <a:rPr lang="ko-KR" alt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이처럼</a:t>
            </a:r>
            <a:r>
              <a:rPr lang="en-US" altLang="ko-KR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ko-KR" alt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섬세한</a:t>
            </a:r>
            <a:r>
              <a:rPr lang="en-US" altLang="ko-KR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ko-KR" alt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관찰을</a:t>
            </a:r>
            <a:r>
              <a:rPr lang="en-US" altLang="ko-KR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ko-KR" alt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멈추지</a:t>
            </a:r>
            <a:r>
              <a:rPr lang="en-US" altLang="ko-KR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ko-KR" alt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않고</a:t>
            </a:r>
            <a:r>
              <a:rPr 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,</a:t>
            </a:r>
            <a:r>
              <a:rPr lang="en-US" altLang="ko-KR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ko-KR" alt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중요한</a:t>
            </a:r>
            <a:r>
              <a:rPr lang="en-US" altLang="ko-KR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ko-KR" alt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순간에</a:t>
            </a:r>
            <a:r>
              <a:rPr lang="en-US" altLang="ko-KR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ko-KR" alt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이처럼</a:t>
            </a:r>
            <a:r>
              <a:rPr lang="en-US" altLang="ko-KR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ko-KR" alt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멈춰</a:t>
            </a:r>
            <a:r>
              <a:rPr lang="en-US" altLang="ko-KR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ko-KR" alt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서서</a:t>
            </a:r>
            <a:r>
              <a:rPr lang="en-US" altLang="ko-KR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ko-KR" alt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생각하는</a:t>
            </a:r>
            <a:r>
              <a:rPr lang="en-US" altLang="ko-KR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ko-KR" altLang="en-US" sz="1600" b="1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자세</a:t>
            </a:r>
            <a:r>
              <a:rPr lang="ko-KR" alt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가</a:t>
            </a:r>
            <a:r>
              <a:rPr lang="en-US" altLang="ko-KR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ko-KR" alt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당신의</a:t>
            </a:r>
            <a:r>
              <a:rPr lang="en-US" altLang="ko-KR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ko-KR" alt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운명을</a:t>
            </a:r>
            <a:r>
              <a:rPr lang="en-US" altLang="ko-KR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ko-KR" alt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더욱</a:t>
            </a:r>
            <a:r>
              <a:rPr lang="en-US" altLang="ko-KR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ko-KR" alt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풍요롭게</a:t>
            </a:r>
            <a:r>
              <a:rPr lang="en-US" altLang="ko-KR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ko-KR" alt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만들</a:t>
            </a:r>
            <a:r>
              <a:rPr lang="en-US" altLang="ko-KR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 </a:t>
            </a:r>
            <a:r>
              <a:rPr lang="ko-KR" alt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거예요</a:t>
            </a:r>
            <a:r>
              <a:rPr lang="en-US" sz="1600">
                <a:solidFill>
                  <a:schemeClr val="tx1"/>
                </a:solidFill>
                <a:latin typeface="LG Smart_H2.0 R"/>
                <a:ea typeface="LG Smart_H2.0 R"/>
                <a:cs typeface="+mn-lt"/>
              </a:rPr>
              <a:t>!</a:t>
            </a:r>
            <a:endParaRPr lang="en-US" sz="1600">
              <a:solidFill>
                <a:schemeClr val="tx1"/>
              </a:solidFill>
              <a:latin typeface="LG Smart_H2.0 R"/>
              <a:ea typeface="LG Smart_H2.0 R"/>
            </a:endParaRPr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2087DFC0-552E-2524-5280-EE182DD012BD}"/>
              </a:ext>
            </a:extLst>
          </p:cNvPr>
          <p:cNvSpPr/>
          <p:nvPr/>
        </p:nvSpPr>
        <p:spPr>
          <a:xfrm>
            <a:off x="428605" y="2419240"/>
            <a:ext cx="2019807" cy="2801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algn="ctr"/>
            <a:r>
              <a:rPr lang="en-US" altLang="ko-KR" b="1" err="1">
                <a:solidFill>
                  <a:schemeClr val="accent2"/>
                </a:solidFill>
                <a:latin typeface="LG스마트체2.0 Regular"/>
                <a:ea typeface="LG스마트체2.0 Regular"/>
              </a:rPr>
              <a:t>성향</a:t>
            </a:r>
            <a:r>
              <a:rPr lang="en-US" altLang="ko-KR" b="1">
                <a:solidFill>
                  <a:schemeClr val="accent2"/>
                </a:solidFill>
                <a:latin typeface="LG스마트체2.0 Regular"/>
                <a:ea typeface="LG스마트체2.0 Regular"/>
              </a:rPr>
              <a:t> 및 </a:t>
            </a:r>
            <a:r>
              <a:rPr lang="en-US" altLang="ko-KR" b="1" err="1">
                <a:solidFill>
                  <a:schemeClr val="accent2"/>
                </a:solidFill>
                <a:latin typeface="LG스마트체2.0 Regular"/>
                <a:ea typeface="LG스마트체2.0 Regular"/>
              </a:rPr>
              <a:t>심리패턴</a:t>
            </a:r>
            <a:endParaRPr lang="en-US" altLang="ko-KR" b="1" err="1">
              <a:solidFill>
                <a:schemeClr val="accent2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AC704F5C-3E0D-F9F7-8DC8-822D9B5D53B7}"/>
              </a:ext>
            </a:extLst>
          </p:cNvPr>
          <p:cNvSpPr/>
          <p:nvPr/>
        </p:nvSpPr>
        <p:spPr>
          <a:xfrm>
            <a:off x="6176261" y="2433753"/>
            <a:ext cx="2019807" cy="2801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algn="ctr"/>
            <a:r>
              <a:rPr lang="en-US" altLang="ko-KR" b="1" err="1">
                <a:solidFill>
                  <a:schemeClr val="accent2"/>
                </a:solidFill>
                <a:latin typeface="LG스마트체2.0 Regular"/>
                <a:ea typeface="LG스마트체2.0 Regular"/>
              </a:rPr>
              <a:t>성향</a:t>
            </a:r>
            <a:r>
              <a:rPr lang="en-US" altLang="ko-KR" b="1">
                <a:solidFill>
                  <a:schemeClr val="accent2"/>
                </a:solidFill>
                <a:latin typeface="LG스마트체2.0 Regular"/>
                <a:ea typeface="LG스마트체2.0 Regular"/>
              </a:rPr>
              <a:t> 및 </a:t>
            </a:r>
            <a:r>
              <a:rPr lang="en-US" altLang="ko-KR" b="1" err="1">
                <a:solidFill>
                  <a:schemeClr val="accent2"/>
                </a:solidFill>
                <a:latin typeface="LG스마트체2.0 Regular"/>
                <a:ea typeface="LG스마트체2.0 Regular"/>
              </a:rPr>
              <a:t>심리패턴</a:t>
            </a:r>
            <a:endParaRPr lang="en-US" altLang="ko-KR" b="1" err="1">
              <a:solidFill>
                <a:schemeClr val="accent2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99F87848-9516-7601-191B-A779772AD885}"/>
              </a:ext>
            </a:extLst>
          </p:cNvPr>
          <p:cNvSpPr/>
          <p:nvPr/>
        </p:nvSpPr>
        <p:spPr>
          <a:xfrm>
            <a:off x="610033" y="3885182"/>
            <a:ext cx="2019807" cy="2801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r>
              <a:rPr lang="en-US" altLang="ko-KR" b="1" err="1">
                <a:solidFill>
                  <a:schemeClr val="accent2"/>
                </a:solidFill>
                <a:latin typeface="LG스마트체2.0 Regular"/>
                <a:ea typeface="LG스마트체2.0 Regular"/>
              </a:rPr>
              <a:t>적성</a:t>
            </a:r>
            <a:endParaRPr lang="en-US" altLang="ko-KR" b="1" err="1">
              <a:solidFill>
                <a:schemeClr val="accent2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2AF4B3D2-9A0C-EDAF-EF46-EB71A1D737FD}"/>
              </a:ext>
            </a:extLst>
          </p:cNvPr>
          <p:cNvSpPr/>
          <p:nvPr/>
        </p:nvSpPr>
        <p:spPr>
          <a:xfrm>
            <a:off x="6357689" y="3899695"/>
            <a:ext cx="2019807" cy="2801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r>
              <a:rPr lang="en-US" altLang="ko-KR" b="1" err="1">
                <a:solidFill>
                  <a:schemeClr val="accent2"/>
                </a:solidFill>
                <a:latin typeface="LG스마트체2.0 Regular"/>
                <a:ea typeface="LG스마트체2.0 Regular"/>
              </a:rPr>
              <a:t>적성</a:t>
            </a:r>
            <a:endParaRPr lang="en-US" altLang="ko-KR" b="1" err="1">
              <a:solidFill>
                <a:schemeClr val="accent2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3B7780AA-EB2E-4DE4-5874-50FED0A49E99}"/>
              </a:ext>
            </a:extLst>
          </p:cNvPr>
          <p:cNvSpPr/>
          <p:nvPr/>
        </p:nvSpPr>
        <p:spPr>
          <a:xfrm>
            <a:off x="610032" y="5300324"/>
            <a:ext cx="2019807" cy="2801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r>
              <a:rPr lang="en-US" altLang="ko-KR" b="1" err="1">
                <a:solidFill>
                  <a:schemeClr val="accent2"/>
                </a:solidFill>
                <a:latin typeface="LG스마트체2.0 Regular"/>
                <a:ea typeface="LG스마트체2.0 Regular"/>
              </a:rPr>
              <a:t>총평</a:t>
            </a:r>
            <a:endParaRPr lang="en-US" altLang="ko-KR" b="1" err="1">
              <a:solidFill>
                <a:schemeClr val="accent2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A53E5DB1-A30B-1610-0A60-4A485E2C9217}"/>
              </a:ext>
            </a:extLst>
          </p:cNvPr>
          <p:cNvSpPr/>
          <p:nvPr/>
        </p:nvSpPr>
        <p:spPr>
          <a:xfrm>
            <a:off x="6357688" y="5314837"/>
            <a:ext cx="2019807" cy="2801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r>
              <a:rPr lang="en-US" altLang="ko-KR" b="1" err="1">
                <a:solidFill>
                  <a:schemeClr val="accent2"/>
                </a:solidFill>
                <a:latin typeface="LG스마트체2.0 Regular"/>
                <a:ea typeface="LG스마트체2.0 Regular"/>
              </a:rPr>
              <a:t>총평</a:t>
            </a:r>
            <a:endParaRPr lang="en-US" altLang="ko-KR" b="1" err="1">
              <a:solidFill>
                <a:schemeClr val="accent2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4496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D629E9-9DDC-5E30-D6B2-E20F4011D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9B7240-C744-214A-64F9-FC47160150F0}"/>
              </a:ext>
            </a:extLst>
          </p:cNvPr>
          <p:cNvSpPr/>
          <p:nvPr/>
        </p:nvSpPr>
        <p:spPr>
          <a:xfrm>
            <a:off x="566928" y="727601"/>
            <a:ext cx="54864" cy="530352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842B004-8193-BEC0-84D7-C23F72A04955}"/>
              </a:ext>
            </a:extLst>
          </p:cNvPr>
          <p:cNvSpPr/>
          <p:nvPr/>
        </p:nvSpPr>
        <p:spPr>
          <a:xfrm>
            <a:off x="749808" y="718457"/>
            <a:ext cx="813816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04. </a:t>
            </a:r>
            <a:r>
              <a:rPr lang="ko-KR" alt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구현 결과</a:t>
            </a:r>
            <a:endParaRPr lang="ko-KR" altLang="en-US" sz="2500" b="1">
              <a:solidFill>
                <a:srgbClr val="16171A"/>
              </a:solidFill>
              <a:latin typeface="LG Smart_H2.0 R"/>
              <a:ea typeface="LG Smart_H2.0 R"/>
              <a:cs typeface="Malgun Gothic" pitchFamily="34" charset="-120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B699200A-138F-7E0F-2C5E-F36D679F5BBF}"/>
              </a:ext>
            </a:extLst>
          </p:cNvPr>
          <p:cNvSpPr/>
          <p:nvPr/>
        </p:nvSpPr>
        <p:spPr>
          <a:xfrm>
            <a:off x="770185" y="1289287"/>
            <a:ext cx="4180251" cy="47213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RESULT - 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속도 성능 결과</a:t>
            </a:r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8708F1-36DD-304D-C0C7-FEB02D94AD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48"/>
          <a:stretch/>
        </p:blipFill>
        <p:spPr>
          <a:xfrm>
            <a:off x="188686" y="1624749"/>
            <a:ext cx="12192000" cy="41165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D47E5F-0914-CBD4-C2AB-13AF0260519B}"/>
              </a:ext>
            </a:extLst>
          </p:cNvPr>
          <p:cNvSpPr txBox="1"/>
          <p:nvPr/>
        </p:nvSpPr>
        <p:spPr>
          <a:xfrm>
            <a:off x="9083040" y="1622920"/>
            <a:ext cx="310896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200"/>
              <a:t>Gemma4-E2B 2bit </a:t>
            </a:r>
            <a:r>
              <a:rPr lang="ko-KR" altLang="en-US" sz="1200"/>
              <a:t>모델 기준 </a:t>
            </a:r>
            <a:r>
              <a:rPr lang="en-US" altLang="ko-KR" sz="1200"/>
              <a:t>(20</a:t>
            </a:r>
            <a:r>
              <a:rPr lang="ko-KR" altLang="en-US" sz="1200"/>
              <a:t>회 평균</a:t>
            </a:r>
            <a:r>
              <a:rPr lang="en-US" altLang="ko-KR" sz="1200"/>
              <a:t>)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028342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00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DF860E-587D-8F02-F28A-06D56AC19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D9EBB94-8331-1612-3E2C-F9FC152F4819}"/>
              </a:ext>
            </a:extLst>
          </p:cNvPr>
          <p:cNvSpPr/>
          <p:nvPr/>
        </p:nvSpPr>
        <p:spPr>
          <a:xfrm>
            <a:off x="749808" y="566928"/>
            <a:ext cx="54864" cy="420624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B0CB9E2-A7FA-CC07-B198-22FE0FB7E9E0}"/>
              </a:ext>
            </a:extLst>
          </p:cNvPr>
          <p:cNvSpPr/>
          <p:nvPr/>
        </p:nvSpPr>
        <p:spPr>
          <a:xfrm>
            <a:off x="2630570" y="2954527"/>
            <a:ext cx="6932022" cy="939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4400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05. </a:t>
            </a:r>
            <a:r>
              <a:rPr lang="ko-KR" altLang="en-US" sz="4400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프로젝트</a:t>
            </a:r>
            <a:r>
              <a:rPr lang="en-US" sz="4400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 </a:t>
            </a:r>
            <a:r>
              <a:rPr lang="ko-KR" altLang="en-US" sz="4400" b="1">
                <a:solidFill>
                  <a:srgbClr val="FFFFFF"/>
                </a:solidFill>
                <a:latin typeface="LG스마트체2.0 Regular"/>
                <a:ea typeface="LG스마트체2.0 Regular"/>
              </a:rPr>
              <a:t>회고</a:t>
            </a:r>
          </a:p>
        </p:txBody>
      </p:sp>
    </p:spTree>
    <p:extLst>
      <p:ext uri="{BB962C8B-B14F-4D97-AF65-F5344CB8AC3E}">
        <p14:creationId xmlns:p14="http://schemas.microsoft.com/office/powerpoint/2010/main" val="3533777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418560-C94A-965B-524D-B49E499FC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277B391-17FD-F5C7-07F7-B4F70B31828F}"/>
              </a:ext>
            </a:extLst>
          </p:cNvPr>
          <p:cNvSpPr/>
          <p:nvPr/>
        </p:nvSpPr>
        <p:spPr>
          <a:xfrm>
            <a:off x="566928" y="727601"/>
            <a:ext cx="54864" cy="530352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173926A-625D-B56D-79D7-B0ED654F9916}"/>
              </a:ext>
            </a:extLst>
          </p:cNvPr>
          <p:cNvSpPr/>
          <p:nvPr/>
        </p:nvSpPr>
        <p:spPr>
          <a:xfrm>
            <a:off x="749808" y="702555"/>
            <a:ext cx="813816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05. </a:t>
            </a:r>
            <a:r>
              <a:rPr lang="ko-KR" alt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프로젝트</a:t>
            </a:r>
            <a:r>
              <a:rPr 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ko-KR" alt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회고</a:t>
            </a:r>
            <a:endParaRPr lang="en-US" altLang="ko-KR" sz="2500" b="1">
              <a:solidFill>
                <a:srgbClr val="16171A"/>
              </a:solidFill>
              <a:latin typeface="LG Smart_H2.0 R"/>
              <a:ea typeface="LG스마트체2.0 Regular"/>
              <a:cs typeface="Malgun Gothic" pitchFamily="34" charset="-120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47167EFE-497B-E50A-E3D7-3FB064A728BE}"/>
              </a:ext>
            </a:extLst>
          </p:cNvPr>
          <p:cNvSpPr/>
          <p:nvPr/>
        </p:nvSpPr>
        <p:spPr>
          <a:xfrm>
            <a:off x="770185" y="1289287"/>
            <a:ext cx="4180251" cy="47213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REVIEW - 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어려웠던</a:t>
            </a: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 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점과</a:t>
            </a: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 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대응</a:t>
            </a: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 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방법</a:t>
            </a:r>
            <a:endParaRPr lang="en-US" sz="1400" b="1">
              <a:solidFill>
                <a:srgbClr val="B0003A"/>
              </a:solidFill>
              <a:latin typeface="LG스마트체2.0 Regular"/>
              <a:ea typeface="LG스마트체2.0 Regular"/>
            </a:endParaRPr>
          </a:p>
        </p:txBody>
      </p:sp>
      <p:pic>
        <p:nvPicPr>
          <p:cNvPr id="5" name="그림 4" descr="텍스트, 전자제품, 스크린샷, 폰트이(가) 표시된 사진">
            <a:extLst>
              <a:ext uri="{FF2B5EF4-FFF2-40B4-BE49-F238E27FC236}">
                <a16:creationId xmlns:a16="http://schemas.microsoft.com/office/drawing/2014/main" id="{886CE4C1-768E-43BD-F71C-645E5F463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759267"/>
            <a:ext cx="11879943" cy="4435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056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300820-8FDF-80C2-047A-49A30C763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4B8CD51-ED1C-63B2-1AD3-4E87C6A97D9C}"/>
              </a:ext>
            </a:extLst>
          </p:cNvPr>
          <p:cNvSpPr/>
          <p:nvPr/>
        </p:nvSpPr>
        <p:spPr>
          <a:xfrm>
            <a:off x="566928" y="727601"/>
            <a:ext cx="54864" cy="530352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1089503-DA4D-B048-4C4C-A702E7723888}"/>
              </a:ext>
            </a:extLst>
          </p:cNvPr>
          <p:cNvSpPr/>
          <p:nvPr/>
        </p:nvSpPr>
        <p:spPr>
          <a:xfrm>
            <a:off x="749808" y="718457"/>
            <a:ext cx="813816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05. </a:t>
            </a:r>
            <a:r>
              <a:rPr lang="ko-KR" alt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프로젝트</a:t>
            </a:r>
            <a:r>
              <a:rPr 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ko-KR" alt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회고</a:t>
            </a:r>
            <a:endParaRPr lang="en-US" altLang="ko-KR" sz="2500" b="1">
              <a:solidFill>
                <a:srgbClr val="16171A"/>
              </a:solidFill>
              <a:latin typeface="LG Smart_H2.0 R"/>
              <a:ea typeface="LG스마트체2.0 Regular"/>
              <a:cs typeface="Malgun Gothic" pitchFamily="34" charset="-120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576517BD-56B7-0AAC-F9F2-1B5FED90B1DB}"/>
              </a:ext>
            </a:extLst>
          </p:cNvPr>
          <p:cNvSpPr/>
          <p:nvPr/>
        </p:nvSpPr>
        <p:spPr>
          <a:xfrm>
            <a:off x="770185" y="1289287"/>
            <a:ext cx="4180251" cy="47213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REVIEW – Agent 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기반</a:t>
            </a: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 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개발의 한계점</a:t>
            </a:r>
          </a:p>
        </p:txBody>
      </p:sp>
      <p:pic>
        <p:nvPicPr>
          <p:cNvPr id="4" name="그림 3" descr="텍스트, 스크린샷, 폰트, 번호이(가) 표시된 사진">
            <a:extLst>
              <a:ext uri="{FF2B5EF4-FFF2-40B4-BE49-F238E27FC236}">
                <a16:creationId xmlns:a16="http://schemas.microsoft.com/office/drawing/2014/main" id="{CFC9C339-7FD2-96C4-7A8A-53E55EA57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14" y="1854068"/>
            <a:ext cx="11328400" cy="425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1030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B00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04599" y="2607927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3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-120"/>
              </a:rPr>
              <a:t>THANK YOU</a:t>
            </a:r>
            <a:endParaRPr lang="en-US" sz="3600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2904599" y="3302871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-120"/>
              </a:rPr>
              <a:t>QUESTIONS &amp; ANSWERS</a:t>
            </a:r>
            <a:endParaRPr lang="en-US" sz="2300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49808" y="5550408"/>
            <a:ext cx="41148" cy="694944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21</Slides>
  <Notes>21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Report 중간 결과보고서 - editable fixed</dc:title>
  <dc:subject>Editable, cleaned conversion of Oracle Report PDF</dc:subject>
  <dc:creator>OpenAI</dc:creator>
  <cp:revision>1</cp:revision>
  <dcterms:created xsi:type="dcterms:W3CDTF">2026-06-25T08:00:11Z</dcterms:created>
  <dcterms:modified xsi:type="dcterms:W3CDTF">2026-07-01T12:13:35Z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2026-06-25T08:10:36Z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daa04854-7ea5-48c2-a576-11040a1d838d</vt:lpwstr>
  </property>
  <property fmtid="{D5CDD505-2E9C-101B-9397-08002B2CF9AE}" pid="8" name="MSIP_Label_cc6ed9fc-fefc-4a0c-a6d6-10cf236c0d4f_ContentBits">
    <vt:lpwstr>1</vt:lpwstr>
  </property>
  <property fmtid="{D5CDD505-2E9C-101B-9397-08002B2CF9AE}" pid="9" name="MSIP_Label_cc6ed9fc-fefc-4a0c-a6d6-10cf236c0d4f_Tag">
    <vt:lpwstr>10, 3, 0, 2</vt:lpwstr>
  </property>
  <property fmtid="{D5CDD505-2E9C-101B-9397-08002B2CF9AE}" pid="10" name="ClassificationContentMarkingHeaderLocations">
    <vt:lpwstr>Office Theme:3</vt:lpwstr>
  </property>
  <property fmtid="{D5CDD505-2E9C-101B-9397-08002B2CF9AE}" pid="11" name="ClassificationContentMarkingHeaderText">
    <vt:lpwstr>LGE Internal Use Only</vt:lpwstr>
  </property>
</Properties>
</file>